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1"/>
  </p:notesMasterIdLst>
  <p:sldIdLst>
    <p:sldId id="256" r:id="rId2"/>
    <p:sldId id="263" r:id="rId3"/>
    <p:sldId id="257" r:id="rId4"/>
    <p:sldId id="266" r:id="rId5"/>
    <p:sldId id="267" r:id="rId6"/>
    <p:sldId id="264" r:id="rId7"/>
    <p:sldId id="268" r:id="rId8"/>
    <p:sldId id="258" r:id="rId9"/>
    <p:sldId id="259" r:id="rId10"/>
    <p:sldId id="260" r:id="rId11"/>
    <p:sldId id="261" r:id="rId12"/>
    <p:sldId id="262" r:id="rId13"/>
    <p:sldId id="269" r:id="rId14"/>
    <p:sldId id="271" r:id="rId15"/>
    <p:sldId id="272" r:id="rId16"/>
    <p:sldId id="265" r:id="rId17"/>
    <p:sldId id="273" r:id="rId18"/>
    <p:sldId id="274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2" d="100"/>
          <a:sy n="42" d="100"/>
        </p:scale>
        <p:origin x="53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02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3342 24575,'31'8'0,"-7"2"0,1-1 0,0-2 0,0 0 0,1-1 0,0-2 0,0-1 0,0-1 0,1-1 0,-1-1 0,0-1 0,1-2 0,-1 0 0,-1-2 0,1-1 0,-1-1 0,1-1 0,-2-1 0,46-24 0,-50 20 0,-1-1 0,0-1 0,-1 0 0,-1-2 0,0 0 0,-2-1 0,0 0 0,0-1 0,-2-1 0,-1 0 0,0-1 0,13-34 0,-2-4 0,-2-1 0,-4-1 0,16-94 0,-22 82 0,-2 0 0,-4 0 0,-3-1 0,-9-82 0,0 96 0,-3 0 0,-2 1 0,-2 1 0,-3 0 0,-37-83 0,-39-44 0,-143-213 0,-74-140 0,298 509 0,0 0 0,2 0 0,1-1 0,1 0 0,2 0 0,-4-51 0,9 57 0,0-1 0,2 1 0,1-1 0,1 1 0,1 0 0,1 0 0,1 0 0,18-44 0,-15 53-37,1 0-1,0 0 0,1 1 0,0 0 1,1 1-1,1 0 0,24-18 0,-9 6-1025,23-21-5763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11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19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20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26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27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28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2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5:52.4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152 12 8192,'-7'1'16887,"-1"2"-14264,-4 1-5551,7-3 4368,-8-1-1440,0-1 0,-1-1 0,1 0 0,-20-7 0,5 3 0,28 6 0,-1 0 0,1 0 0,0 0 0,-1 0 0,1 0 0,0 0 0,0 1 0,-1-1 0,1 0 0,0 0 0,0 0 0,-1 1 0,1-1 0,0 0 0,0 0 0,0 1 0,-1-1 0,1 0 0,0 0 0,0 1 0,0-1 0,0 0 0,0 1 0,-1-1 0,1 0 0,0 1 0,0-1 0,0 0 0,0 0 0,0 1 0,0-1 0,0 0 0,0 1 0,0-1 0,0 0 0,0 1 0,1-1 0,-1 0 0,0 1 0,0-1 0,3 21 0,-2-17 0,2 13 0,-2-5 0,1 0 0,0 0 0,1 0 0,6 14 0,-7-23 0,0 1 0,0 0 0,0 0 0,1-1 0,-1 1 0,1-1 0,0 0 0,0 0 0,0 0 0,1 0 0,-1 0 0,1-1 0,-1 1 0,1-1 0,0 0 0,5 2 0,9 2 0,-1-1 0,2 0 0,-1-1 0,0-1 0,1-1 0,19 0 0,119-8 0,-113 3 0,612-56-7,-249 19-3246,-2 13-6964,-371 26 9193,269-2-2833,-255 6 4299,0 2 1,-1 2 0,0 2-1,59 19 1,161 75 12281,-100-36-8282,3-9-5463,-51-23 3402,0 1-3541,434 142-18080,-553-178 19237,66 25 3,-1 3 0,-1 2 0,87 57 0,-94-55-165,78 31-1,-32-17 5832,-82-35-519,19 7 2172,-10-9-7098,7-1 380,-1 2-4933,50 10-10611,-56-17 13302,1-2 3934,129 3-2293,-83 1 0,-22 1 1472,25 12-4240,-35-6 2618,1-3 3966,-14-5 2085,0-4 3494,8-1-9005,44 4-1,-25 8-2002,1 10-5287,-3 7 72,-2 3 3551,-1 3 3335,-1 2-1,75 67 1,298 303-58,-303-286 0,322 332 0,-339-343-137,-6-7 456,155 125 1,-53-53-224,-53-42 3995,-129-117-298,0-1 1,40 22 0,-12-13-1842,-20-6-1903,-1 0 0,-1 2 1,0 1-1,-2 1 0,42 45 1,13 11-4320,-60-60-165,1-2 0,29 19 0,25 9 4264,-22-13 5703,-2 1 5552,-34-21-10250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5:46.19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1520 0 8192,'-3'8'0,"-210"622"90,-55-9 4897,195-475 3474,-1-2-4289,-153 286-4502,109-210 972,-42 119-2503,110-223-1998,1 0-3398,29-66 2908,-40 96 4775,-22 80 9430,16 5-1166,33-76-10336,23-79 1015,-2 104 0,11-125-3510,0-1-4171,1-46 6734,1 14 982,1 0 0,0 0 0,2 0 0,12 41 0,37 78 938,-50-133-433,2 7 91,1-1 0,1-1 0,0 1 0,1-1 0,0-1 0,1 1 0,0-2 0,1 1 0,12 10 0,-1-6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5:48.49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8192,'0'0'18022,"15"20"-18022,-3-4 0,2-1 0,0 0 0,0-1 0,1-1 0,1 0 0,1-1 0,-1 0 0,2-2 0,-1 0 0,2-1 0,-1 0 0,1-2 0,33 9 0,4-6-606,-1-3 1,83 1-1,118-13-4470,-186 2 3386,176-10-4627,2-3 3324,280-14 2853,0 36 151,-422 4-11,0 5 0,-1 5 0,-1 4 0,200 76 0,-12 7 2635,154 32 12008,-362-116-14023,4 1-558,155 63 0,-230-81-53,0 1 1,-1 1-1,0 0 1,0 0-1,-1 2 1,0-1-1,0 1 1,-1 1-1,14 18 1,-13-12-44,0 1 0,0 0 0,-2 1 0,0 0 0,-2 0 0,7 21 0,-4 7-42,-1 0 0,-2 1 0,-2-1 0,-2 1 0,-5 53 1,-10 79 830,-10 1-5406,-39 179-7434,26-159 11784,-29 102-423,18-157 4661,-15-5 5149,-13 6-4944,-36 71-6052,-6 10 4259,77-152-2349,-57 124 0,86-173 0,1 1 0,1-1 0,2 1 0,0 1 0,-2 48 0,7 11-252,11 93 0,-4-125 480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5:56.277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196 1 8192,'1'47'11911,"1"-1"-6357,-1 6-3441,0-13-3590,-7 67 0,-6-44 2875,-22 64-1398,-51 242 0,72-285-23,-30 265-229,36-146-10634,9-1 5147,4-101 5365,4 0 0,24 100 0,-5-58 374,40 159 0,-50-233 0,3-1 0,43 88 0,-20-66-1300,4 1 3556,116 166 14810,-130-213-17066,1-2 0,60 52 0,-6-6 0,0-1 0,-76-75 0,-1 0 0,2-1 0,-1-1 0,1 0 0,20 7 0,-30-14-33,0-1 0,1 0 1,-1-1-1,0 1 1,1-1-1,-1 0 0,0-1 1,1 1-1,-1-1 1,0 0-1,0 0 0,0-1 1,10-3-1,-8 2 109,1 1 0,0 0 0,0 0 0,0 1 1,14-1-1,-11 4-76,1 0 0,0 1 0,-1 0 0,0 1 0,1 1 0,-2-1 0,1 2 0,17 10 0,16 8 0,-10-9 0,39 10 0,0 0 0,-20 4 0,-43-25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5:58.44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3670 0 8192,'0'0'18022,"0"0"-18022,0 0 0,-2 12 0,-92-15-24,-243-1 74,236 7-200,-142 25-1,-62 32-4423,-1 16-3670,246-57 5864,-76 33 0,-136 93 2397,29 3 1526,86-44 5320,-33 19 2557,-31 23-9366,155-99-76,-75 71 0,85-63 22,2 2 0,3 3 0,2 1 0,4 3 0,-66 119 0,85-133 11,-77 155-750,46-66-2947,-69 289-8458,45 9 8516,45 6 8863,44 3 9209,-1-367-14210,25 106 1,6-29-1242,-10-53-3503,-5-17-2931,-11-39 4218,2 11 2622,3 0 0,38 89 0,-52-140 617,0-1 0,1 0 1,-1 0-1,1 0 0,1 0 1,-1 0-1,1-1 0,0 0 0,0 0 1,1 0-1,0-1 0,-1 0 1,11 6-1,8-1-244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6:00.63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8335 907 8192,'0'13'15489,"0"2"-11351,0 9-7165,0-13 4449,-15-31-1422,-39-60 0,32 46 0,-1 1 0,-1 0 0,-54-54 0,-9 13 0,-3 3 0,-2 4 0,-4 4 0,-131-64 0,147 90 9,-116-36 1,-90-9-245,281 80 222,-103-24-3483,-2 4 1,0 5-1,-1 5 0,-149 2 0,25 23 1623,2 19 3660,141-15-1076,1 1 3750,-86 16 6329,57-15-8958,61-10-1889,0 3-1,0 3 1,-110 43 0,109-29-1020,-94 61 0,41-21-4809,15-14-1226,0 0 4113,-197 109 4116,212-119-1876,42-21 759,1 1 0,0 2 0,2 1 0,2 3 0,-64 66 0,65-59 0,-1-2 0,-1-1 0,-52 36 0,-353 280 0,25 25 0,381-343 0,-162 161-137,11-12 4048,54-66 5318,5-13-4288,-278 238-22885,109-94 17944,162-131 284,-149 165 1,129-121 5456,-19 27-12334,8 9 6665,-1 2 4552,111-129 1843,5 2-5715,21-21-4421,2 0 0,-32 80 1,37-70 3042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16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24575,'1'2'0,"0"1"0,0 0 0,0 0 0,0 0 0,1-1 0,-1 1 0,1 0 0,-1-1 0,1 1 0,0-1 0,0 0 0,0 0 0,0 0 0,0 0 0,5 3 0,4 5 0,65 68 0,244 228 0,84 24 0,-134-147 0,-58-42 0,-169-109 0,-1 2 0,65 68 0,109 175 0,-22 18 0,-124-187 0,-24-31 0,-25-40 0,1-1 0,29 33 0,-45-62-170,0-1-1,1 0 0,0 0 1,0-1-1,0 0 0,0 0 1,13 6-1,9 0-6655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17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24575,'25'17'0,"-5"0"0,-1 1 0,0 1 0,-2 0 0,0 2 0,-1 0 0,20 35 0,-25-39 0,236 419 0,-113-186 0,-85-170 0,3-1 0,76 86 0,143 126 0,-28-76 0,1 1 0,-210-183-341,-2 1 0,-2 2-1,39 59 1,-48-60-6485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18.0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1976 24575,'3'-5'0,"5"-11"0,4-10 0,1 1 0,2 0 0,1 0 0,36-42 0,-4 21 0,1 2 0,66-44 0,119-65 0,-90 62 0,721-552 0,-423 299 0,-195 175 0,-193 137 0,2 3 0,102-38 0,57-8-1365,-198 70-5461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19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24575,'11'28'0,"15"27"0,2-1 0,3-2 0,55 70 0,130 133 0,-31-38 0,102 157 0,-61-78 0,37 59 0,-72-94 0,-109-150-39,112 141-1287,-172-227-5500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2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24575,'10'16'0,"29"29"0,-2 3 0,60 103 0,40 117 0,-18-32 0,-85-175 0,76 100 0,286 364 0,-103-159 0,33 47 0,-291-358-682,50 104-1,-64-115-6143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21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1766 24575,'9'-4'0,"44"-22"0,86-60 0,-56 33 0,645-430 0,-126 80 0,-550 370 0,325-228 0,-330 222 0,-2-1 0,-1-2 0,-3-2 0,-1-2 0,51-78 0,-81 110-341,-1 1 0,2 0-1,11-11 1,-4 6-6485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02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1 24575,'-1'11'0,"-19"209"0,-8 1527 0,28-1729 0,-1 0 0,-1 1 0,0-1 0,-7 21 0,-1 10 0,-33 189 0,-93 289 0,118-473-52,3-10-605,-9 45 1,23-82-6170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03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670 0 24575,'-12'1'0,"-5"2"0,0 2 0,0 0 0,0 0 0,-28 15 0,-61 40 0,89-49 0,-34 21 0,2 2 0,-69 61 0,93-72 0,1 2 0,1 0 0,1 2 0,1 0 0,-31 56 0,46-71 0,0 1 0,1 0 0,0 0 0,1 0 0,0 1 0,-1 14 0,4-24 0,1-1 0,0 0 0,0 1 0,0-1 0,0 0 0,1 1 0,-1-1 0,1 0 0,0 0 0,0 1 0,0-1 0,0 0 0,2 3 0,-1-4 0,0 0 0,-1 0 0,1 0 0,0-1 0,0 1 0,0-1 0,0 1 0,0-1 0,0 0 0,0 1 0,0-1 0,0 0 0,1-1 0,-1 1 0,1 0 0,-1-1 0,0 1 0,1-1 0,-1 0 0,3 0 0,5 0 0,0 0 0,-1-1 0,0 0 0,1 0 0,-1-1 0,0-1 0,0 1 0,0-2 0,0 1 0,0-1 0,-1 0 0,12-8 0,-12 3 0,-12 7 0,-19 9 0,10-1 0,1 2 0,0-1 0,0 2 0,0-1 0,1 2 0,1 0 0,-1 0 0,2 0 0,-1 2 0,-11 17 0,17-22 0,1-1 0,-1 1 0,1 0 0,0 0 0,1 0 0,-1 0 0,2 0 0,-1 0 0,1 1 0,0-1 0,0 1 0,1-1 0,0 1 0,0-1 0,1 1 0,0-1 0,0 0 0,1 1 0,0-1 0,0 0 0,7 14 0,-1-8 0,0 0 0,1-1 0,0 0 0,1 0 0,1-1 0,0 0 0,0 0 0,1-2 0,0 1 0,1-2 0,0 1 0,0-2 0,1 0 0,0 0 0,0-2 0,0 1 0,1-2 0,0 0 0,0-1 0,0 0 0,0-1 0,30 0 0,-41-2 0,0-1 0,0 1 0,-1 0 0,1-1 0,0 0 0,-1 0 0,1 0 0,0 0 0,-1-1 0,1 1 0,-1-1 0,0 0 0,6-4 0,-15 6 0,-8 6 0,-7 8 0,1 1 0,0 1 0,1 1 0,1 0 0,-18 22 0,2 4 0,-39 60 0,72-100 0,-9 11 0,1 0 0,0 0 0,1 1 0,1 0 0,0 0 0,1 1 0,1-1 0,-6 31 0,10-43 0,1-1 0,0 1 0,0-1 0,0 1 0,0-1 0,1 1 0,-1 0 0,1-1 0,-1 1 0,1-1 0,0 0 0,0 1 0,0-1 0,0 1 0,0-1 0,1 0 0,-1 0 0,1 0 0,-1 0 0,1 0 0,0 0 0,0 0 0,0-1 0,0 1 0,0-1 0,0 1 0,0-1 0,1 0 0,-1 0 0,0 0 0,1 0 0,-1 0 0,1 0 0,3 0 0,1 0 0,-1 0 0,1-1 0,-1 1 0,1-1 0,0-1 0,-1 1 0,1-1 0,-1-1 0,0 1 0,1-1 0,-1 0 0,10-5 0,-7 2 0,-1 0 0,0-1 0,0 0 0,-1-1 0,0 0 0,0 0 0,0 0 0,-1-1 0,0 0 0,-1 0 0,0-1 0,7-15 0,-6 11 0,0 0 0,-2-1 0,0 1 0,0-1 0,-1 0 0,-1 0 0,0 0 0,-1-19 0,44 112 0,-5-16-1365,0 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05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24575,'14'14'0,"16"9"0,-2 1 0,0 1 0,-2 1 0,30 38 0,79 124 0,-111-152 0,254 402 0,-203-303 0,78 196 0,-145-309 0,-5-11 0,1 0 0,0 0 0,1 0 0,0-1 0,1 0 0,0 0 0,1 0 0,0-1 0,0 0 0,1 0 0,9 9 0,12 4 24,-2 3 0,0 0 0,-2 1 0,23 31 0,-13-9-767,50 88 1,-73-115-6084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06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0 24575,'-25'8'0,"-1"1"0,2 1 0,-1 1 0,2 1 0,0 1 0,0 1 0,-37 30 0,14-4 0,1 2 0,-46 57 0,63-68 0,2 1 0,2 1 0,1 1 0,1 1 0,2 0 0,-19 50 0,35-76 0,2-1 0,-1 2 0,1-1 0,0 0 0,1 0 0,0 1 0,0 16 0,2-23 0,-1 1 0,1-1 0,-1 0 0,1 1 0,0-1 0,0 0 0,1 0 0,-1 0 0,1 0 0,-1 0 0,1 0 0,0 0 0,0 0 0,0-1 0,1 1 0,-1-1 0,0 1 0,1-1 0,0 0 0,-1 0 0,1 0 0,0-1 0,6 4 0,0-2 0,0-1 0,0 0 0,0 0 0,0-1 0,1 0 0,-1 0 0,1-1 0,-1 0 0,0-1 0,1 0 0,-1 0 0,0-1 0,0 0 0,16-7 0,4-2 0,-1-1 0,-1-1 0,33-22 0,-40 23 0,1-1 0,-2-2 0,1 0 0,-2 0 0,0-2 0,26-32 0,-43 48 0,0-1 0,1 1 0,-1-1 0,0 1 0,0-1 0,0 0 0,0 1 0,0-1 0,0 0 0,-1 0 0,1 0 0,-1 0 0,1 0 0,-1 1 0,0-1 0,0 0 0,1 0 0,-2-4 0,1 5 0,-1 1 0,1-1 0,-1 0 0,0 0 0,1 1 0,-1-1 0,0 0 0,0 1 0,1-1 0,-1 0 0,0 1 0,0-1 0,0 1 0,0-1 0,0 1 0,0 0 0,0-1 0,0 1 0,0 0 0,0 0 0,0 0 0,0 0 0,0 0 0,-2 0 0,-6 0 0,0 1 0,0 0 0,1 1 0,-1 0 0,0 0 0,-15 7 0,1 2 0,0 1 0,2 1 0,0 1 0,0 1 0,1 1 0,1 1 0,1 0 0,-19 23 0,24-24 0,0 0 0,1 0 0,1 1 0,1 1 0,1 0 0,0 0 0,1 1 0,1 0 0,1 0 0,-7 35 0,12-47 0,0 1 0,1-1 0,0 0 0,0 0 0,1 1 0,-1-1 0,2 0 0,-1 0 0,1 0 0,0 0 0,0 0 0,1 0 0,5 10 0,-5-13 0,0 0 0,-1-1 0,1 1 0,0-1 0,0 0 0,1 0 0,-1 0 0,1-1 0,0 1 0,-1-1 0,1 0 0,0 0 0,0 0 0,1 0 0,-1-1 0,0 1 0,0-1 0,1 0 0,-1-1 0,1 1 0,-1-1 0,1 0 0,5 0 0,3-1 0,0-1 0,0-1 0,0 0 0,-1 0 0,1-1 0,-1-1 0,0 0 0,0-1 0,20-12 0,-5-1 0,0-1 0,41-41 0,-41 34 0,-1-2 0,-1-1 0,35-56 0,-49 70 0,-2-1 0,0-1 0,-1 0 0,-1 0 0,0 0 0,-2-1 0,0 0 0,-1 0 0,2-24 0,-5 38 0,-1 0 0,0 0 0,-1-1 0,1 1 0,-1 0 0,0 0 0,0 0 0,-1 0 0,1 1 0,-1-1 0,0 0 0,-1 1 0,1-1 0,-1 1 0,0 0 0,0-1 0,-5-5 0,4 7 0,1 0 0,-1 1 0,0-1 0,1 1 0,-1 0 0,0 0 0,0 0 0,-1 0 0,1 1 0,0 0 0,-1 0 0,1 0 0,0 0 0,-1 1 0,1-1 0,-1 1 0,1 0 0,-1 1 0,-6 0 0,5 1 0,0-1 0,1 1 0,-1 0 0,1 0 0,0 0 0,-1 1 0,1 0 0,0 0 0,1 0 0,-1 1 0,0-1 0,-4 6 0,7-7 0,0 1 0,0-1 0,0 0 0,0 1 0,0 0 0,0 0 0,1-1 0,-1 1 0,1 0 0,0 0 0,0 0 0,0 1 0,0-1 0,0 0 0,1 0 0,-1 0 0,1 1 0,0-1 0,0 0 0,0 0 0,1 1 0,-1-1 0,2 3 0,-2-4 0,0-1 0,1 0 0,-1 0 0,0 1 0,1-1 0,-1 0 0,1 0 0,0 0 0,-1 0 0,1 0 0,0 0 0,0 0 0,0 0 0,-1 0 0,1 0 0,0 0 0,0 0 0,0-1 0,0 1 0,1 0 0,-1-1 0,0 1 0,0-1 0,0 1 0,0-1 0,2 1 0,0-1 0,-1 0 0,0-1 0,0 1 0,1 0 0,-1-1 0,0 1 0,0-1 0,0 0 0,0 0 0,0 0 0,0 0 0,0 0 0,3-3 0,2-1 0,0-1 0,0 0 0,-1 0 0,0 0 0,0-1 0,7-11 0,-6 4 0,0 0 0,-1 0 0,8-29 0,-13 42-46,-2 5-1273,1 4-5507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07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1060 0 24575,'-16'14'0,"-90"67"0,-362 299 0,336-258-682,-193 231-1,313-337-6143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09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266 156 24575,'-19'8'0,"3"2"0,2 1 0,-1 1 0,2 0 0,0 1 0,0 0 0,-19 27 0,8-6 0,-35 70 0,51-91 0,2 0 0,0 0 0,0 0 0,1 1 0,1 0 0,0 0 0,1 0 0,-2 21 0,5-33 0,0 0 0,0 0 0,0 0 0,0 0 0,0 0 0,0-1 0,1 1 0,-1 0 0,1 0 0,0 0 0,-1-1 0,1 1 0,0 0 0,0-1 0,2 4 0,-2-4 0,0-1 0,0 1 0,-1-1 0,1 1 0,0-1 0,0 1 0,0-1 0,0 1 0,0-1 0,0 0 0,0 0 0,0 1 0,0-1 0,0 0 0,0 0 0,0 0 0,0 0 0,0 0 0,0 0 0,0 0 0,1-1 0,3 0 0,-1-1 0,0 0 0,0 1 0,0-2 0,0 1 0,0 0 0,0-1 0,-1 0 0,0 1 0,1-2 0,-1 1 0,3-4 0,6-8 0,-1-2 0,-1 1 0,-1-2 0,0 1 0,-1-1 0,-1-1 0,0 1 0,-2-1 0,0 0 0,-1-1 0,-1 1 0,-1-1 0,0-29 0,-7 10 0,5 37 0,0 1 0,0 0 0,-1 0 0,1-1 0,0 1 0,-1 0 0,1 0 0,-1-1 0,1 1 0,-1 0 0,0 0 0,1 0 0,-1 0 0,0 0 0,0 0 0,0 0 0,0 0 0,0 0 0,0 0 0,0 1 0,0-1 0,0 0 0,0 1 0,-1-1 0,-1 0 0,2 1 0,0 0 0,-1 1 0,1-1 0,0 1 0,0-1 0,0 1 0,0-1 0,0 1 0,0 0 0,0-1 0,0 1 0,1 0 0,-1 0 0,0 0 0,0-1 0,1 1 0,-1 0 0,0 0 0,1 0 0,-1 0 0,1 1 0,-1-1 0,1 0 0,0 0 0,-1 0 0,1 0 0,0 0 0,0 0 0,0 1 0,0 1 0,-4 39 0,4-20 0,2-1 0,0 1 0,1 0 0,11 38 0,-10-46 0,1 0 0,0 0 0,2 0 0,-1-1 0,1 0 0,1 0 0,1-1 0,9 12 0,-16-22 0,-1 0 0,1 0 0,0 0 0,0 0 0,0-1 0,0 1 0,0-1 0,0 1 0,1-1 0,-1 0 0,0 0 0,1 0 0,-1 0 0,1 0 0,-1 0 0,1-1 0,3 1 0,-4-1 0,0 0 0,1-1 0,-1 1 0,0-1 0,0 1 0,0-1 0,0 0 0,0 0 0,0 0 0,0 0 0,0 0 0,0-1 0,0 1 0,-1 0 0,1-1 0,2-2 0,3-5 0,0-1 0,0 0 0,-1 0 0,0 0 0,-1-1 0,6-15 0,3-13 0,-2 0 0,-1-1 0,-2 0 0,7-74 0,-15 106 0,-1 1 0,0-1 0,0 0 0,-1 1 0,0-1 0,0 0 0,-1 1 0,0-1 0,-4-9 0,5 15 0,0 0 0,0 0 0,0 1 0,0-1 0,-1 0 0,1 0 0,-1 1 0,1-1 0,-1 1 0,0 0 0,1-1 0,-1 1 0,0 0 0,0 0 0,0 0 0,0 0 0,0 0 0,0 1 0,0-1 0,0 0 0,0 1 0,-1 0 0,1-1 0,0 1 0,0 0 0,0 0 0,0 0 0,-1 1 0,1-1 0,0 0 0,0 1 0,0 0 0,0-1 0,-4 3 0,1-1 0,0 0 0,1 0 0,-1 1 0,1-1 0,0 1 0,0 0 0,0 0 0,0 1 0,0-1 0,1 1 0,-1 0 0,1 0 0,0 0 0,1 0 0,-1 0 0,0 1 0,1 0 0,0-1 0,0 1 0,1 0 0,-1 0 0,1 0 0,0 0 0,0 0 0,1 0 0,0 0 0,0 0 0,0 0 0,0 0 0,1 0 0,-1 0 0,1 0 0,1 0 0,-1 0 0,3 5 0,-4-9 0,0-1 0,0 1 0,1 0 0,-1 0 0,0-1 0,0 1 0,1 0 0,-1-1 0,1 1 0,-1-1 0,0 1 0,1 0 0,-1-1 0,1 1 0,-1-1 0,1 1 0,0-1 0,-1 0 0,1 1 0,0-1 0,-1 0 0,1 1 0,0-1 0,-1 0 0,1 0 0,0 1 0,-1-1 0,1 0 0,0 0 0,0 0 0,-1 0 0,1 0 0,0 0 0,-1 0 0,1 0 0,1 0 0,-1-1 0,0 0 0,-1 0 0,1 0 0,0 0 0,0 0 0,-1 0 0,1 0 0,0-1 0,-1 1 0,0 0 0,1 0 0,-1 0 0,1-1 0,-1 1 0,0 0 0,0 0 0,0-1 0,0 1 0,0 0 0,0 0 0,0-3 0,-2-8 0,-1 0 0,0-1 0,0 1 0,-2 0 0,1 1 0,-10-18 0,-10-25 0,24 52 4,-1 0-1,1 1 0,0-1 1,-1 0-1,1 1 1,0-1-1,0 0 0,0 0 1,0 1-1,0-1 0,1 0 1,-1 0-1,0 1 1,1-1-1,-1 0 0,1 1 1,0-1-1,-1 1 0,1-1 1,0 1-1,0-1 1,0 1-1,0-1 0,0 1 1,1 0-1,-1 0 1,0 0-1,0-1 0,1 1 1,-1 0-1,3-1 0,5-2-230,-1 0 0,1 0 0,0 1 0,13-4 0,-18 6-111,23-6-6488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11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24575,'9'18'0,"131"114"0,-22-25 0,55 81 0,-8 7 0,139 216 0,-186-231 0,-39-57 0,115 137 0,44 65 0,-156-203 0,13 4-1365,-82-110-5461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12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24575,'10'16'0,"369"494"0,78 92 0,-418-552 0,-3 2 0,-1 1 0,-3 2 0,29 68 0,-17-34 0,70 118 60,42 88-1485,-137-253-5401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13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13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1545 24575,'8'-5'0,"518"-294"0,124-133 0,-153 96 0,-327 233 0,5 7 0,221-87 0,-373 173 0,0-2 0,36-26 0,-37 24 0,9 0-1365,-23 12-5461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48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2024 0 24575,'3'12'0,"8"25"0,-2 1 0,9 74 0,-7 85 0,-10-171 0,1 168 0,-31 268 0,-71 189 0,60-403 0,34-186 0,3-1 0,4 70 0,11 114 0,-35 404 0,15-559 0,-23 477 0,31-563 0,0 0 0,-1 0 0,1-1 0,-1 1 0,0 0 0,0-1 0,0 1 0,0-1 0,-1 1 0,0-1 0,1 0 0,-1 1 0,-3 3 0,-37 38 0,22-26 0,-445 548 0,203-228 0,-226 255 0,405-496 0,-204 266 0,239-290-455,3 1 0,-41 96 0,79-154-6371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4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24575,'3'8'0,"115"258"0,-77-181 0,38 75 0,7-4 0,208 283 0,-36-109 0,237 315 0,-199-249 120,20-20-1605,-284-343-5341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5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0 734 24575,'3'27'0,"2"-12"0,0-1 0,0 0 0,2 0 0,0-1 0,0 0 0,1 0 0,1 0 0,0-1 0,0-1 0,14 13 0,-6-7 0,2-1 0,-1 0 0,2-2 0,0 0 0,34 16 0,-45-25 0,-1-1 0,1 0 0,0-1 0,0 1 0,0-2 0,0 0 0,0 0 0,0 0 0,1-1 0,-1-1 0,1 1 0,-1-2 0,1 1 0,-1-1 0,1-1 0,-1 0 0,0 0 0,0-1 0,0 0 0,0 0 0,0-1 0,-1 0 0,0-1 0,0 0 0,15-11 0,-8 2 0,-1 0 0,0-1 0,-1 0 0,0-1 0,-1-1 0,-1 0 0,-1-1 0,9-19 0,-12 21 0,-1 0 0,0 0 0,-1 0 0,-1-1 0,0 1 0,-1-1 0,-1 0 0,0 0 0,-3-35 0,1 45 0,-2 0 0,1-1 0,-1 1 0,0 0 0,0 0 0,0 0 0,-1 0 0,-1 1 0,1-1 0,-1 1 0,0 0 0,0 0 0,-1 0 0,0 0 0,0 1 0,0 0 0,0 0 0,-1 0 0,0 1 0,0-1 0,0 2 0,-1-1 0,-9-4 0,14 7 0,0 1 0,-1-1 0,1 0 0,0 0 0,-1 1 0,1-1 0,0 1 0,-1 0 0,1 0 0,-1 0 0,1 0 0,-1 0 0,1 0 0,0 1 0,-1-1 0,1 1 0,0 0 0,-1 0 0,1-1 0,0 1 0,0 1 0,0-1 0,-1 0 0,-1 2 0,-2 3 0,0 1 0,0 0 0,0 0 0,1 0 0,-7 11 0,11-16 0,-19 30 0,-27 61 0,39-75 0,2-1 0,0 1 0,1 0 0,0 1 0,-2 29 0,7-45 0,0 1 0,0-1 0,0 1 0,0-1 0,1 1 0,-1-1 0,1 1 0,0-1 0,2 5 0,-3-7 0,1 1 0,0-1 0,0 0 0,0 1 0,-1-1 0,1 0 0,0 0 0,0 0 0,1 0 0,-1 0 0,0 0 0,0 0 0,0 0 0,1-1 0,-1 1 0,3 1 0,-1-2 0,1 1 0,-1-1 0,1 0 0,-1 0 0,1 0 0,-1 0 0,0-1 0,1 0 0,-1 1 0,0-1 0,1 0 0,-1 0 0,0-1 0,0 1 0,0-1 0,0 0 0,0 0 0,4-3 0,12-10 0,0-1 0,-2 0 0,0-2 0,-1 0 0,0-1 0,-2 0 0,23-40 0,-6 1 0,40-103 0,-5-36 0,-58 167 0,-1-1 0,-2-1 0,-1 1 0,0-45 0,-4 71 0,0 0 0,-1 0 0,0 0 0,1 1 0,-2-1 0,1 0 0,0 1 0,-4-8 0,4 11 0,1 0 0,-1 0 0,1 1 0,-1-1 0,0 0 0,1 0 0,-1 0 0,0 1 0,0-1 0,0 0 0,0 1 0,0-1 0,1 1 0,-1-1 0,0 1 0,0-1 0,0 1 0,0 0 0,-1 0 0,1-1 0,0 1 0,0 0 0,0 0 0,0 0 0,0 0 0,0 0 0,0 0 0,0 0 0,0 1 0,0-1 0,0 0 0,0 0 0,0 1 0,0-1 0,0 1 0,0-1 0,0 1 0,0-1 0,0 1 0,0 0 0,1-1 0,-2 2 0,-5 4 0,0-1 0,1 1 0,0 0 0,0 1 0,0 0 0,1 0 0,0 0 0,0 0 0,-3 10 0,-6 12 0,-11 34 0,16-39 0,2 1 0,0 0 0,1 0 0,2 0 0,-3 45 0,7-69 4,-1 1 0,1-1-1,0 0 1,0 1 0,0-1-1,0 0 1,0 1 0,0-1-1,0 1 1,1-1 0,-1 0 0,0 0-1,1 1 1,-1-1 0,1 0-1,-1 1 1,1-1 0,0 0-1,-1 0 1,1 0 0,0 0 0,0 0-1,0 0 1,1 1 0,0-2-77,-1 0 0,1-1 0,-1 1 0,1-1 0,-1 1 0,1-1 0,-1 1 1,0-1-1,1 0 0,-1 0 0,0 0 0,0 0 0,1 0 0,-1 0 0,0 0 0,0 0 1,0 0-1,0-1 0,1-1 0,20-26-6753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5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769 24 24575,'-18'-9'0,"9"4"0,4 3 0,0 0 0,0 1 0,0-1 0,-1 2 0,1-1 0,0 0 0,-1 1 0,1 0 0,0 0 0,-1 1 0,1-1 0,0 1 0,-6 2 0,-4 1 0,1 1 0,-1 1 0,-20 11 0,-2 5 0,0 2 0,2 1 0,1 2 0,1 1 0,-41 45 0,18-11 0,-87 130 0,120-158 0,2 0 0,1 1 0,2 2 0,-24 70 0,39-99 0,1 0 0,0 0 0,1 0 0,-1 0 0,2 0 0,-1 0 0,1 1 0,0-1 0,1 0 0,0 0 0,0 0 0,4 12 0,-3-17 0,-1 0 0,0 0 0,1-1 0,0 1 0,-1-1 0,1 1 0,0-1 0,0 0 0,0 0 0,0 0 0,1 0 0,-1 0 0,1 0 0,4 2 0,-2-2 0,-1 0 0,1-1 0,0 0 0,0 0 0,-1 0 0,1 0 0,0-1 0,0 1 0,0-1 0,0-1 0,7 0 0,6-2 0,1-1 0,-1-1 0,0-1 0,-1 0 0,1-2 0,16-8 0,9-9 0,50-36 0,-38 21 0,-1-3 0,-3-1 0,-1-4 0,-3-1 0,-2-2 0,46-67 0,-80 100 0,0 0 0,14-34 0,-22 47 0,-1 0 0,-1 0 0,1 0 0,-1 0 0,0-1 0,0 1 0,0-1 0,-1 1 0,0 0 0,0-1 0,0 1 0,-1-1 0,0 1 0,-2-8 0,2 10 0,0 1 0,0 0 0,0 0 0,0 0 0,-1 0 0,1 0 0,0 0 0,-1 0 0,0 0 0,1 0 0,-1 1 0,0-1 0,0 1 0,0-1 0,0 1 0,0 0 0,0 0 0,-1 0 0,1 0 0,0 0 0,-1 0 0,1 1 0,0-1 0,-4 1 0,-1-1 0,-1 1 0,1 0 0,0 1 0,0 0 0,0 0 0,0 0 0,-12 5 0,0 1 0,0 1 0,0 1 0,1 1 0,0 1 0,0 0 0,2 2 0,-1 0 0,-17 18 0,3 1 0,2 0 0,-48 71 0,54-67 0,1 1 0,2 1 0,1 1 0,-24 76 0,37-93 0,0 0 0,1 1 0,1 0 0,2 0 0,0 0 0,1 0 0,1 0 0,1 0 0,2 0 0,8 37 0,-9-51 0,0 0 0,1 0 0,1-1 0,-1 1 0,1-1 0,1 0 0,0 0 0,0-1 0,0 1 0,1-1 0,0 0 0,0 0 0,1-1 0,0 0 0,0 0 0,0-1 0,1 0 0,0 0 0,0 0 0,0-1 0,1-1 0,-1 1 0,1-1 0,0-1 0,0 0 0,0 0 0,0 0 0,0-1 0,12-1 0,-4-1 0,0 0 0,0-2 0,-1 0 0,1-1 0,-1-1 0,0 0 0,0-1 0,-1-1 0,0 0 0,0-1 0,14-10 0,-7 3 0,-1-1 0,-1-1 0,0-1 0,-2 0 0,0-1 0,21-29 0,-33 38 0,1 1 0,-1-1 0,6-15 0,-11 23 0,0-1 0,0 1 0,0-1 0,0 1 0,-1-1 0,1 0 0,-1 1 0,1-1 0,-1 0 0,0 1 0,0-1 0,-1 0 0,1 0 0,0 1 0,-1-1 0,1 1 0,-1-1 0,-2-4 0,2 6 0,0-1 0,0 1 0,0 0 0,0 0 0,0-1 0,-1 1 0,1 0 0,0 0 0,-1 0 0,1 0 0,-1 1 0,1-1 0,-1 0 0,1 0 0,-1 1 0,1-1 0,-1 1 0,0 0 0,1-1 0,-1 1 0,0 0 0,1 0 0,-4 0 0,-1 1 0,0-1 0,0 1 0,1 0 0,-1 1 0,-10 3 0,-2 4-227,1-1-1,1 2 1,-1 1-1,2 0 1,-15 13-1,-16 17-6598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2:52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695 306 24575,'-3'0'0,"0"1"0,0 0 0,0-1 0,0 1 0,0 1 0,0-1 0,0 0 0,0 1 0,-3 2 0,-6 2 0,-92 47 0,2 4 0,2 5 0,-96 78 0,192-136 0,-21 16 0,-43 45 0,63-59 0,-1 1 0,1-1 0,1 1 0,-1 0 0,1 0 0,1 1 0,-1-1 0,1 1 0,0-1 0,1 1 0,0 0 0,-2 15 0,4-20 0,-1 1 0,2-1 0,-1 1 0,0-1 0,0 1 0,1-1 0,0 1 0,0-1 0,0 0 0,0 0 0,0 1 0,1-1 0,-1 0 0,1 0 0,0 0 0,0 0 0,3 2 0,-2-1 0,1-1 0,0 1 0,1-1 0,-1 0 0,1 0 0,-1-1 0,1 1 0,0-1 0,0 0 0,6 1 0,5 1 0,0-1 0,0 0 0,0-2 0,0 0 0,0-1 0,25-2 0,-11-2 0,-1-1 0,0-2 0,0-1 0,-1-1 0,0-1 0,-1-1 0,0-2 0,-1-1 0,0 0 0,25-21 0,-35 24 0,-1-1 0,0-1 0,-1-1 0,0 0 0,-1-1 0,-1 0 0,0-1 0,-1 0 0,-1-1 0,-1 0 0,0-1 0,-1 0 0,-1 0 0,0 0 0,-2-1 0,5-25 0,-8 21 0,-1-1 0,-1 1 0,-1-1 0,0 1 0,-2 0 0,-1 0 0,-1 0 0,-1 0 0,-15-37 0,14 42 0,-2 0 0,1 0 0,-2 1 0,-1 1 0,0 0 0,-1 0 0,0 1 0,-1 0 0,-1 1 0,0 1 0,-32-23 0,39 32 0,0-1 0,0 2 0,0-1 0,-1 1 0,1 0 0,-1 1 0,1 0 0,-1 0 0,0 0 0,0 1 0,0 1 0,0-1 0,0 1 0,0 0 0,0 1 0,0 0 0,1 0 0,-16 5 0,13-2 0,-1 1 0,1 0 0,0 0 0,1 1 0,0 0 0,-1 1 0,2 0 0,-1 1 0,1-1 0,0 2 0,1-1 0,0 1 0,-6 9 0,-1 6 0,1 0 0,1 1 0,2 0 0,0 1 0,2 0 0,0 1 0,2-1 0,1 1 0,1 0 0,2 1 0,0-1 0,2 1 0,1-1 0,8 50 0,-5-56 0,1 1 0,0-2 0,2 1 0,1 0 0,0-1 0,1-1 0,1 0 0,20 29 0,-20-36 0,0 0 0,1 0 0,0-1 0,0 0 0,1-1 0,1 0 0,0-1 0,0-1 0,1 0 0,0 0 0,0-2 0,24 9 0,-21-11 0,1 0 0,0-1 0,0 0 0,0-2 0,1 0 0,-1-1 0,0-1 0,0-1 0,1 0 0,-2-2 0,32-9 0,-27 6 0,0-1 0,-1-1 0,0-1 0,-1-1 0,0-1 0,0 0 0,-2-2 0,34-29 0,-54 45 0,0 1 0,1 0 0,-1 0 0,1 0 0,0 0 0,0 0 0,0 0 0,0 0 0,0 0 0,0 4 0,-4 43 0,4-33 0,-3 36 0,2 61 0,4-88 0,0 1 0,2-1 0,1 0 0,11 34 0,-14-53 12,1 0 0,-1 0 0,2 0 0,-1 0-1,1-1 1,0 1 0,1-1 0,-1 0 0,10 9 0,-11-12-95,1 0 1,-1-1-1,1 1 1,0-1-1,0 0 1,0 0 0,0 0-1,0-1 1,0 1-1,0-1 1,1 0-1,-1 0 1,0 0 0,1-1-1,-1 0 1,1 0-1,4 0 1,39-9-6744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12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24575,'0'-30'0,"0"11"108,0 27-1581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14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2209 1465 24575,'0'0'0,"0"0"0,0 0 0,0 0 0,-17 0 0,-1 0 0,1-2 0,0 0 0,0-1 0,0-1 0,1-1 0,-23-9 0,-95-49 0,112 51 0,-540-305 0,488 266 0,-104-95 0,-51-75 0,-1-1 0,45 63 0,144 128 0,0 2 0,-82-42 0,-52-13-1365,118 56-5461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16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3197 1736 24575,'0'0'0,"-2"0"0,0-1 0,0 1 0,0-1 0,1 1 0,-1-1 0,0 0 0,0 0 0,1 0 0,-1 0 0,1 0 0,-1 0 0,1 0 0,-1 0 0,-1-3 0,-22-25 0,14 14 0,-34-31 0,-3 1 0,0 3 0,-109-72 0,-179-77 0,184 108 0,102 53 0,2-1 0,2-4 0,0-1 0,3-2 0,1-1 0,-49-62 0,20 20 0,-111-97 0,136 139 0,-2 3 0,0 1 0,-3 3 0,-57-27 0,-261-88 0,73 33 0,231 88-151,0 3-1,-1 3 0,-2 3 0,0 3 1,0 3-1,-1 3 0,0 3 1,-109 6-1,131 1-6674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21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24575,'2'30'0,"-1"-27"0,0 0 0,0 0 0,-1 1 0,0-1 0,0 0 0,0 0 0,0 1 0,0-1 0,-1 0 0,1 1 0,-1-1 0,0 0 0,0 0 0,0 0 0,0 0 0,-1 0 0,1 0 0,-3 3 0,-57 75 0,42-58 0,0 1 0,2 0 0,1 1 0,1 1 0,1 1 0,-18 46 0,26-52 0,1 0 0,1 1 0,1-1 0,0 1 0,2 0 0,0 0 0,2 0 0,0 0 0,9 41 0,-8-54 0,0 0 0,1 0 0,0-1 0,0 1 0,1-1 0,0 0 0,1 0 0,-1 0 0,2-1 0,-1 0 0,1 0 0,0 0 0,0-1 0,1 1 0,0-2 0,0 1 0,0-1 0,1 0 0,0 0 0,0-1 0,0 0 0,0-1 0,1 1 0,-1-2 0,1 1 0,12 1 0,-7-3 0,-1 0 0,0-1 0,1 0 0,-1-1 0,0 0 0,0-1 0,0-1 0,0 0 0,0-1 0,0 0 0,-1-1 0,0-1 0,0 0 0,0 0 0,-1-1 0,17-13 0,-11 6 0,0-1 0,0-1 0,-2 0 0,0-1 0,-1 0 0,-1-1 0,0-1 0,-2 0 0,11-23 0,-18 35 0,-1 0 0,0-1 0,0 0 0,-1 1 0,0-1 0,0 0 0,-1 0 0,1-11 0,-2 19 0,0-1 0,0 1 0,1-1 0,-1 1 0,0-1 0,0 1 0,0-1 0,0 1 0,0-1 0,0 1 0,0-1 0,0 1 0,-1-1 0,1 1 0,0-1 0,0 1 0,0-1 0,0 1 0,-1 0 0,1-1 0,0 1 0,0-1 0,-1 1 0,1 0 0,0-1 0,-1 1 0,1-1 0,-1 1 0,1 0 0,0 0 0,-1-1 0,1 1 0,-1 0 0,1 0 0,-1-1 0,1 1 0,-1 0 0,1 0 0,0 0 0,-1 0 0,1 0 0,-1 0 0,1 0 0,-1 0 0,1 0 0,-1 0 0,1 0 0,-1 0 0,1 0 0,-1 0 0,1 0 0,-1 0 0,1 1 0,-1-1 0,1 0 0,-1 0 0,1 1 0,0-1 0,-1 0 0,1 1 0,-1-1 0,1 0 0,0 1 0,-1-1 0,1 0 0,0 1 0,0-1 0,-1 1 0,-3 5 0,-1 0 0,2 0 0,-1 0 0,1 0 0,0 0 0,0 1 0,0-1 0,1 1 0,0 0 0,-1 9 0,-1 11 0,-2 35 0,5-37 0,1-1 0,0 1 0,2-1 0,1 0 0,1 1 0,1-1 0,2-1 0,0 1 0,1-1 0,11 22 0,-13-33 0,1 0 0,0-1 0,0 0 0,1 0 0,1-1 0,-1 0 0,2 0 0,-1-1 0,1-1 0,1 1 0,0-2 0,0 1 0,0-1 0,1-1 0,0 0 0,0-1 0,1 0 0,-1-1 0,27 5 0,-26-7 0,0-1 0,0 0 0,0-1 0,0 0 0,1-1 0,-1 0 0,23-7 0,-27 6 0,0-1 0,0 0 0,0-1 0,-1 0 0,1 0 0,-1-1 0,0 0 0,0-1 0,-1 0 0,0 0 0,10-10 0,-16 15 0,0 0 0,0 0 0,0-1 0,0 1 0,0 0 0,0 0 0,-1-1 0,1 1 0,0 0 0,-1-1 0,1 1 0,-1 0 0,0-1 0,1-1 0,-1 2 0,0 1 0,0 0 0,0-1 0,0 1 0,-1 0 0,1-1 0,0 1 0,0 0 0,0-1 0,0 1 0,0 0 0,-1-1 0,1 1 0,0 0 0,0 0 0,-1-1 0,1 1 0,0 0 0,0 0 0,-1-1 0,1 1 0,0 0 0,-1 0 0,1 0 0,0 0 0,-1 0 0,1-1 0,0 1 0,-1 0 0,1 0 0,0 0 0,-1 0 0,1 0 0,-1 0 0,-1 0 0,0 1 0,1-1 0,-1 0 0,0 1 0,0-1 0,1 1 0,-1 0 0,0 0 0,1-1 0,-1 1 0,1 0 0,-1 0 0,1 1 0,-1-1 0,1 0 0,0 0 0,-1 1 0,1-1 0,0 1 0,0-1 0,0 1 0,-1 3 0,-2 5 0,0 1 0,1 0 0,0-1 0,0 2 0,2-1 0,-1 0 0,1 0 0,1 1 0,1 15 0,2 4 0,1 0 0,10 37 0,-11-54 0,0 1 0,1-1 0,1 0 0,0-1 0,1 1 0,1-1 0,0 0 0,0-1 0,2 0 0,-1 0 0,1-1 0,1 1 0,20 16 0,-1-4-1365,-19-14-5461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23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20 686 24575,'-1'0'0,"1"0"0,0 0 0,-1 1 0,1-1 0,0 0 0,-1 0 0,1 0 0,0 0 0,-1 0 0,1 1 0,0-1 0,-1 0 0,1 0 0,0 1 0,0-1 0,-1 0 0,1 0 0,0 1 0,0-1 0,-1 0 0,1 1 0,0-1 0,0 0 0,0 1 0,0-1 0,0 0 0,0 1 0,-1-1 0,1 1 0,-2 7 0,-1 0 0,1 0 0,1 0 0,0 0 0,0 0 0,0 0 0,1 10 0,0-8 0,-1 57 0,3 0 0,3 0 0,3-1 0,2 0 0,28 91 0,-32-137 0,2 0 0,0-1 0,0 0 0,2 0 0,21 31 0,-27-45 0,0 0 0,0 0 0,1 0 0,-1 0 0,1-1 0,0 0 0,0 0 0,0 0 0,1-1 0,-1 1 0,1-1 0,0 0 0,0-1 0,0 0 0,0 0 0,1 0 0,-1-1 0,0 1 0,1-1 0,-1-1 0,1 0 0,10 0 0,-7-2 0,1 0 0,-1-1 0,0-1 0,0 1 0,-1-1 0,1-1 0,-1 0 0,0 0 0,0-1 0,0 0 0,12-13 0,3-4 0,-1 0 0,33-46 0,-13 9 0,-3-1 0,-3-3 0,-3-1 0,-2-1 0,-4-2 0,-2-1 0,-4-1 0,22-112 0,-40 156 0,1-41 0,-5 60 0,0 0 0,0 0 0,-1 1 0,0-1 0,0 0 0,-1 1 0,0-1 0,0 1 0,0 0 0,-5-9 0,6 13 0,0 1 0,-1-1 0,1 0 0,0 1 0,0-1 0,-1 0 0,1 1 0,-1 0 0,0-1 0,1 1 0,-1 0 0,0 0 0,1 0 0,-1 0 0,0 0 0,0 0 0,0 1 0,0-1 0,0 1 0,0-1 0,0 1 0,0 0 0,0-1 0,0 1 0,0 0 0,0 1 0,-1-1 0,1 0 0,0 1 0,0-1 0,0 1 0,0-1 0,1 1 0,-1 0 0,-2 1 0,-3 1 0,0 1 0,1 1 0,-1-1 0,1 1 0,1 0 0,-1 0 0,1 0 0,-7 9 0,2 0 0,1 1 0,1 0 0,0 1 0,1 0 0,1 0 0,0 0 0,2 1 0,0-1 0,0 1 0,2 0 0,0 0 0,1 1 0,0-1 0,1 0 0,2 0 0,4 28 0,-5-41 0,-1 0 0,1 0 0,0 0 0,1 0 0,-1 0 0,1 0 0,-1 0 0,1-1 0,1 1 0,-1-1 0,0 1 0,1-1 0,-1 0 0,1 0 0,0 0 0,0 0 0,1 0 0,-1-1 0,0 1 0,5 1 0,-4-2 0,1-1 0,0 0 0,0 0 0,0 0 0,0-1 0,0 1 0,0-1 0,0 0 0,-1-1 0,1 1 0,0-1 0,0 0 0,0 0 0,0-1 0,-1 1 0,1-1 0,5-3 0,13-6 0,-1-2 0,-1 0 0,0-2 0,-1 0 0,0-2 0,-1 0 0,-1 0 0,30-40 0,-6 0 0,68-120 0,-7-26 0,-89 168 0,0-1 0,-2 0 0,13-71 0,-3 228 0,-14-75 0,19 60 0,-22-93 0,-1 0 0,2 0 0,0 0 0,0-1 0,1 0 0,0 0 0,1-1 0,1 0 0,11 12 0,-16-19 0,-1-1 0,1 0 0,0 0 0,0-1 0,0 1 0,0-1 0,0 0 0,1 0 0,-1 0 0,1-1 0,-1 1 0,1-1 0,0 0 0,-1 0 0,1-1 0,0 0 0,5 0 0,-3-1 0,1 0 0,-1 0 0,0-1 0,0 0 0,1 0 0,-1-1 0,-1 0 0,1 0 0,0-1 0,6-5 0,0 0 0,-2 0 0,1-1 0,-1 0 0,-1-1 0,0-1 0,0 1 0,-1-1 0,-1-1 0,0 0 0,9-19 0,-7-2 0,-10 32 0,1 0 0,-1 1 0,0-1 0,0 0 0,0 0 0,0 0 0,0 1 0,0-1 0,-1 0 0,1 0 0,0 1 0,-1-1 0,0 0 0,1 1 0,-1-1 0,-1-2 0,2 4 2,0 0 0,0 0-1,0 0 1,0 1 0,0-1-1,0 0 1,0 0 0,0 0-1,0 0 1,0 0 0,0 0-1,0 1 1,0-1 0,0 0-1,0 0 1,0 0 0,0 0-1,0 0 1,0 0 0,0 1-1,0-1 1,0 0 0,-1 0-1,1 0 1,0 0 0,0 0-1,0 0 1,0 0 0,0 0-1,0 0 1,0 1 0,0-1-1,0 0 1,-1 0 0,1 0-1,0 0 1,0 0 0,0 0 0,0 0-1,0 0 1,0 0 0,-1 0-1,1 0 1,0 0 0,0 0-1,0 0 1,0 0 0,0 0-1,0 0 1,-1 0 0,1 0-1,0 0 1,0 0 0,0 0-1,0 0 1,0 0 0,0 0-1,0 0 1,-1 0 0,1 0-1,0 0 1,0-1 0,0 1-1,0 0 1,0 0 0,0 0-1,0 0 1,0 0 0,1 11-1483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24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 24575,'-5'7'0,"0"0"0,0 0 0,0 0 0,1 1 0,0 0 0,1 0 0,-5 12 0,-5 13 0,7-20 0,-138 322 0,121-271 0,3 1 0,2 1 0,-12 91 0,27-129 0,1 0 0,1 0 0,1 0 0,2 0 0,5 31 0,-5-50 0,0 1 0,0-1 0,1 0 0,0 0 0,0 0 0,1 0 0,0-1 0,1 1 0,0-1 0,0 0 0,1 0 0,0-1 0,0 0 0,0 0 0,1 0 0,1-1 0,-1 0 0,12 7 0,-13-10 0,0 0 0,0-1 0,0 1 0,1-1 0,-1-1 0,1 1 0,-1-1 0,1 0 0,0-1 0,-1 1 0,1-1 0,9-2 0,-4 0 0,-1 0 0,0-1 0,0 0 0,-1-1 0,1 0 0,17-10 0,-5 0 0,0-2 0,-1 0 0,-1-2 0,0 0 0,22-27 0,-20 19 0,-1-1 0,34-57 0,-47 69 0,-1 0 0,-1-1 0,0 0 0,-1 0 0,-1-1 0,-1 1 0,5-29 0,-9 41 0,0 0 0,0 0 0,0 0 0,0 0 0,0 0 0,-1 0 0,0 0 0,0 0 0,0 0 0,0 0 0,-1 0 0,-1-4 0,2 8 0,1-1 0,0 1 0,-1-1 0,1 1 0,0 0 0,-1-1 0,1 1 0,-1 0 0,1-1 0,0 1 0,-1 0 0,1-1 0,-1 1 0,1 0 0,-1 0 0,1-1 0,-1 1 0,1 0 0,-1 0 0,1 0 0,-1 0 0,0 0 0,1 0 0,-1 0 0,1 0 0,-1 0 0,1 0 0,-1 0 0,1 0 0,-1 0 0,0 1 0,-1 0 0,0 0 0,0 1 0,1-1 0,-1 1 0,0-1 0,1 1 0,-1 0 0,1 0 0,-1-1 0,1 1 0,0 0 0,-1 3 0,-8 16 0,0 0 0,2 1 0,1 0 0,1 0 0,1 1 0,-3 26 0,1 13 0,1 66 0,6-87 0,8 64 0,-6-90 0,1 0 0,1 0 0,0-1 0,1 1 0,0-1 0,1 0 0,12 19 0,-16-29 0,0 0 0,1 0 0,-1 0 0,1-1 0,0 0 0,0 1 0,1-1 0,-1 0 0,1 0 0,-1-1 0,1 1 0,0-1 0,0 0 0,0 0 0,0 0 0,0 0 0,1-1 0,-1 0 0,1 0 0,-1 0 0,0 0 0,1-1 0,0 1 0,-1-1 0,1 0 0,-1-1 0,1 1 0,-1-1 0,1 0 0,-1 0 0,9-3 0,-1-2 0,0 0 0,0 0 0,0-1 0,-1 0 0,0-1 0,0-1 0,0 0 0,-2 0 0,14-15 0,-6 4 0,-1-1 0,-1 0 0,-1-1 0,23-47 0,-31 49 0,-9 13 0,1 8 0,1 0 0,-1-1 0,0 1 0,1 0 0,-1 0 0,1 0 0,-1 0 0,1 0 0,0 0 0,0 1 0,-1-1 0,1 0 0,0 1 0,0-1 0,0 1 0,-1 1 0,-9 15-72,1 0 1,0 1-1,2 0 0,0 1 0,1 0 0,1 0 0,0 1 0,2-1 1,1 1-1,0 0 0,1 0 0,2 0 0,0 0 0,1 1 0,1-1 1,1-1-1,1 1 0,7 21 0,7 5-6754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26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51 24575,'1'-3'0,"0"-1"0,0 1 0,0-1 0,0 1 0,1 0 0,-1-1 0,1 1 0,0 0 0,0 0 0,0 0 0,0 0 0,3-3 0,0 0 0,-90 86 0,70-63 0,1 1 0,0 0 0,2 1 0,0 0 0,1 1 0,1 0 0,-12 36 0,19-48 0,0 1 0,1-1 0,0 1 0,1 0 0,-1 0 0,2 0 0,-1 0 0,1 0 0,1 0 0,0 0 0,0 0 0,1-1 0,0 1 0,0 0 0,1-1 0,0 1 0,0-1 0,1 0 0,0 0 0,1 0 0,0-1 0,6 8 0,-6-9 0,1 0 0,1 0 0,-1-1 0,1 1 0,0-2 0,0 1 0,1-1 0,-1 0 0,1 0 0,15 4 0,-9-4 0,0-1 0,1 0 0,-1-2 0,1 1 0,27-2 0,-13-3 0,1-1 0,-1-1 0,1-1 0,-2-2 0,46-18 0,-49 15 0,0-1 0,33-21 0,-52 29 0,1-1 0,0 1 0,-1-1 0,0-1 0,0 1 0,-1-1 0,1 0 0,-1-1 0,-1 1 0,1-1 0,-1 0 0,5-11 0,-9 17 0,1 0 0,-1 0 0,1-1 0,-1 1 0,0 0 0,1-1 0,-1 1 0,0 0 0,0-1 0,0 1 0,0 0 0,0-1 0,0 1 0,-1-1 0,1 1 0,0 0 0,-1 0 0,1-1 0,-1 1 0,1 0 0,-1-1 0,1 1 0,-1 0 0,0 0 0,-1-2 0,1 3 0,0-1 0,0 1 0,0-1 0,-1 1 0,1-1 0,0 1 0,0 0 0,0-1 0,0 1 0,-1 0 0,1 0 0,0 0 0,0 0 0,0 0 0,-1 0 0,1 1 0,0-1 0,0 0 0,0 0 0,0 1 0,0-1 0,-1 1 0,1-1 0,0 1 0,0-1 0,0 1 0,0 0 0,0 0 0,0 0 0,-3 2 0,0 1 0,0-1 0,0 1 0,1-1 0,0 1 0,0 0 0,0 0 0,0 1 0,0-1 0,1 0 0,0 1 0,0 0 0,0-1 0,-1 7 0,1-2 0,1 0 0,0 0 0,0-1 0,1 1 0,0 0 0,1 0 0,2 14 0,1-5 0,0-1 0,1 0 0,1 0 0,1-1 0,0 0 0,2 0 0,14 23 0,-18-32 0,0-1 0,0 1 0,1-1 0,0 0 0,0-1 0,0 1 0,1-1 0,0 0 0,14 7 0,-15-10 0,-1 0 0,1 0 0,-1 0 0,1-1 0,0 0 0,0 0 0,0 0 0,0-1 0,-1 0 0,1 0 0,0 0 0,0-1 0,0 0 0,10-3 0,-2-1 0,0-1 0,1 0 0,-2-2 0,1 1 0,-1-2 0,-1 0 0,1 0 0,-1-1 0,-1-1 0,0 0 0,10-13 0,-5 5 0,-1-1 0,-1-1 0,-1 0 0,-1-1 0,0 0 0,9-28 0,-19 42 0,-8 21 0,-8 27 0,6-12 0,2 0 0,1 0 0,1 1 0,2 0 0,0-1 0,2 1 0,2 0 0,0 0 0,10 42 0,-7-51 0,0 0 0,2 0 0,0-1 0,2 1 0,0-2 0,1 1 0,0-1 0,2-1 0,0 0 0,1-1 0,0 0 0,2-1 0,31 26 0,-39-35 0,0-1 0,1 0 0,0 0 0,0-1 0,0 0 0,0 0 0,11 3 0,-16-7 0,1 1 0,-1 0 0,0-1 0,1 0 0,-1 0 0,1 0 0,-1 0 0,1 0 0,-1-1 0,0 1 0,1-1 0,-1 0 0,0 0 0,1 0 0,-1-1 0,0 1 0,0-1 0,0 0 0,0 0 0,-1 0 0,5-3 0,-1 0 0,-3 2 0,-1 0 0,1 1 0,0-1 0,1 1 0,-1 0 0,0 0 0,1 0 0,6-3 0,-2 11-1365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27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1126 24575,'0'5'0,"1"0"0,0 0 0,0 0 0,0 0 0,0 0 0,1 0 0,0 0 0,0-1 0,1 1 0,-1 0 0,1-1 0,3 5 0,4 4 0,1-1 0,19 17 0,-23-22 0,1 0 0,0-1 0,1 1 0,0-2 0,0 0 0,0 0 0,0 0 0,1-1 0,0-1 0,-1 1 0,1-2 0,1 1 0,11 0 0,-9-2 0,0-1 0,0-1 0,0 0 0,0 0 0,-1-1 0,1-1 0,0 0 0,-1-1 0,18-8 0,0-3 0,0-2 0,-1-1 0,-1-1 0,-1-1 0,-1-2 0,0-1 0,27-32 0,-2-3 0,-3-2 0,66-106 0,-85 117 0,-2-2 0,-2-1 0,-3-1 0,19-66 0,-39 113 0,13-61 0,-14 63 0,0 1 0,-1-1 0,0 0 0,0 0 0,0 0 0,0 0 0,0 0 0,-1 0 0,0 1 0,0-1 0,0 0 0,-3-6 0,4 10 0,0-1 0,0 1 0,-1-1 0,1 1 0,0 0 0,-1-1 0,1 1 0,-1-1 0,1 1 0,0 0 0,-1-1 0,1 1 0,-1 0 0,1 0 0,-1-1 0,1 1 0,-1 0 0,1 0 0,-1 0 0,0 0 0,1 0 0,-1 0 0,1-1 0,-1 1 0,1 0 0,-1 1 0,1-1 0,-1 0 0,1 0 0,-1 0 0,0 0 0,1 0 0,-1 0 0,1 1 0,-1-1 0,1 0 0,-1 0 0,1 1 0,0-1 0,-1 0 0,1 1 0,-1 0 0,-3 2 0,0 1 0,1 0 0,-1-1 0,1 1 0,0 1 0,0-1 0,1 0 0,-1 1 0,1-1 0,0 1 0,-1 5 0,-16 64 0,11-22 0,3 0 0,2 0 0,2 1 0,3-1 0,2 1 0,12 58 0,-10-79 0,15 48 0,-18-71 0,0-1 0,0-1 0,1 1 0,0 0 0,0-1 0,1 0 0,-1 0 0,2 0 0,-1-1 0,11 10 0,-13-13 0,0-1 0,0 0 0,0 0 0,0-1 0,1 1 0,-1-1 0,1 1 0,-1-1 0,1 0 0,-1-1 0,1 1 0,0 0 0,-1-1 0,1 0 0,0 0 0,-1 0 0,1 0 0,0-1 0,-1 0 0,1 1 0,-1-1 0,1 0 0,5-3 0,3-2 0,-1 0 0,-1 0 0,1-1 0,-1-1 0,0 1 0,10-12 0,11-13 0,-2 0 0,-2-2 0,-1-2 0,26-45 0,74-164 0,-92 172 0,-3-1 0,-4-1 0,19-82 0,-43 142 0,-5 20 0,-1 25 0,4-19 0,1-1 0,0 1 0,0-1 0,1 0 0,1 0 0,-1 0 0,2-1 0,-1 1 0,1-1 0,1 0 0,0 0 0,7 8 0,-12-15 0,1-1 0,-1 0 0,0 0 0,0 0 0,0 0 0,1 0 0,-1 0 0,0 0 0,1 0 0,-1 0 0,1-1 0,-1 1 0,1 0 0,-1-1 0,1 1 0,0-1 0,-1 0 0,1 0 0,0 0 0,-1 0 0,1 0 0,0 0 0,-1 0 0,1 0 0,-1 0 0,1-1 0,0 1 0,-1-1 0,1 1 0,-1-1 0,1 0 0,-1 1 0,1-1 0,-1 0 0,0 0 0,1 0 0,-1 0 0,0 0 0,0 0 0,0-1 0,0 1 0,0 0 0,2-3 0,4-6 0,-1 0 0,1-1 0,-2 0 0,8-18 0,2-13 0,-1 0 0,-3-1 0,-2-1 0,7-78 0,-16 121 0,0 1 0,0-1 0,0 1 0,0-1 0,1 1 0,-1-1 0,0 1 0,0 0 0,0-1 0,0 1 0,0-1 0,1 1 0,-1-1 0,0 1 0,0 0 0,1-1 0,-1 1 0,0 0 0,1-1 0,-1 1 0,0 0 0,1 0 0,-1-1 0,0 1 0,1 0 0,-1 0 0,1-1 0,-1 1 0,0 0 0,1 0 0,-1 0 0,1 0 0,-1 0 0,1 0 0,18 3 0,-11-1 0,10 2-170,0-1-1,0-1 0,0-1 1,0 0-1,0-2 0,1 0 1,32-6-1,-11-3-6655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29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667 0 24575,'-5'1'0,"0"0"0,0 1 0,0-1 0,0 1 0,0 0 0,1 0 0,-1 0 0,1 1 0,-1 0 0,-3 3 0,-12 6 0,-74 40 0,-121 88 0,186-119 0,1 2 0,1 2 0,1 0 0,2 1 0,0 2 0,2 0 0,1 2 0,-18 32 0,32-48 0,1-1 0,0 1 0,1 1 0,1-1 0,0 1 0,1-1 0,0 1 0,2 0 0,-1 0 0,2 0 0,1 20 0,0-27 0,0 0 0,1 0 0,-1 0 0,2 0 0,-1 0 0,1-1 0,0 1 0,1-1 0,-1 0 0,1 0 0,1 0 0,0 0 0,0-1 0,0 0 0,0 0 0,1 0 0,0-1 0,0 0 0,1 0 0,0 0 0,-1-1 0,12 5 0,-10-5 0,0-1 0,0-1 0,0 1 0,0-1 0,1-1 0,-1 0 0,0 0 0,1 0 0,-1-1 0,13-2 0,-7 0 0,0 0 0,0-1 0,0-1 0,-1-1 0,23-10 0,-11 2 0,0-1 0,-1-2 0,-1 0 0,0-2 0,32-31 0,-47 41 0,-1 0 0,1-1 0,-1 1 0,11-19 0,-14 15 0,-10 13 0,-13 21 0,10-5 0,1 1 0,0 0 0,2 0 0,0 0 0,1 1 0,-4 30 0,5-21 0,2-1 0,1 1 0,1 0 0,4 29 0,-4-52 0,1-1 0,0 1 0,0-1 0,0 1 0,0-1 0,1 0 0,0 1 0,0-1 0,0 0 0,0 0 0,0 0 0,1 0 0,4 4 0,-5-6 0,0 0 0,1-1 0,-1 1 0,1 0 0,0-1 0,0 1 0,-1-1 0,1 0 0,0 0 0,0 0 0,0-1 0,0 1 0,0-1 0,0 1 0,0-1 0,1 0 0,-1 0 0,0 0 0,0-1 0,4 0 0,9-3 0,-1 0 0,-1-1 0,1-1 0,-1-1 0,0 0 0,0 0 0,-1-1 0,0-1 0,16-14 0,16-17 0,41-45 0,-80 79 0,-6 6 0,0 0 0,0 0 0,0 0 0,0 0 0,0 1 0,0-1 0,0 0 0,0 0 0,0 0 0,0 0 0,0 1 0,0-1 0,0 0 0,0 0 0,0 0 0,0 0 0,0 1 0,1-1 0,-1 0 0,0 0 0,0 0 0,0 0 0,0 1 0,0-1 0,0 0 0,0 0 0,0 0 0,1 0 0,-1 0 0,0 0 0,0 0 0,0 1 0,0-1 0,1 0 0,-1 0 0,0 0 0,0 0 0,0 0 0,0 0 0,1 0 0,-1 0 0,0 0 0,0 0 0,0 0 0,0 0 0,1 0 0,-1 0 0,0 0 0,0 0 0,0 0 0,0 0 0,1 0 0,-1 0 0,0 0 0,0 0 0,1-1 0,-6 30 0,1-8 0,-2 34 0,3 0 0,3 0 0,2 1 0,2-1 0,3-1 0,2 1 0,21 67 0,-30-121 0,3 7 0,0 1 0,0-1 0,0 0 0,6 7 0,-9-14 0,1 0 0,-1 0 0,1 1 0,0-1 0,0 0 0,-1-1 0,1 1 0,0 0 0,0 0 0,0 0 0,0 0 0,0-1 0,0 1 0,0 0 0,0-1 0,0 1 0,1-1 0,-1 1 0,0-1 0,0 0 0,0 1 0,1-1 0,-1 0 0,0 0 0,0 0 0,1 0 0,-1 0 0,0 0 0,0 0 0,1 0 0,-1-1 0,0 1 0,0 0 0,1-1 0,0 0 0,2-2 0,1 0 0,-1 0 0,0 0 0,-1-1 0,1 1 0,-1-1 0,1 0 0,-1 0 0,0 0 0,2-6 0,27-51 0,-29 55 0,19-43 0,-3-1 0,17-62 0,-31 89 0,-8 27 0,-16 45 0,-50 149-1365,38-107-5461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30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0 24575,'-4'1'0,"1"0"0,-1 1 0,1-1 0,0 1 0,0-1 0,-1 1 0,-3 3 0,-2 1 0,-2 1 0,-1 1 0,1 1 0,1 0 0,-1 1 0,2 0 0,-1 0 0,-9 15 0,-5 10 0,-22 43 0,25-39 0,2 1 0,-24 72 0,37-93 0,1 1 0,1 0 0,1 0 0,0 0 0,1 1 0,2-1 0,0 0 0,3 25 0,-2-39 0,0 0 0,1 1 0,-1-1 0,1 0 0,0 0 0,1 0 0,-1-1 0,1 1 0,1-1 0,-1 1 0,1-1 0,-1 0 0,2 0 0,-1-1 0,0 1 0,1-1 0,0 0 0,0 0 0,0 0 0,0-1 0,7 3 0,-5-3 0,1 0 0,-1-1 0,1 0 0,0 0 0,-1-1 0,1 0 0,0-1 0,0 1 0,0-2 0,-1 1 0,1-1 0,0 0 0,0 0 0,-1-1 0,1 0 0,10-5 0,8-5 0,-1-2 0,-1 0 0,0-1 0,-1-2 0,-1 0 0,0-1 0,-1-2 0,-2 0 0,29-37 0,-46 56 0,-1 0 0,0-1 0,-1 1 0,1 0 0,0 0 0,0-1 0,0 1 0,-1 0 0,1-1 0,-1 1 0,1-1 0,-1 1 0,1-2 0,-1 3 0,-1-1 0,1 1 0,0 0 0,0 0 0,-1 0 0,1-1 0,0 1 0,0 0 0,-1 0 0,1 0 0,0 0 0,0-1 0,-1 1 0,1 0 0,0 0 0,-1 0 0,1 0 0,0 0 0,-1 0 0,1 0 0,0 0 0,0 0 0,-1 0 0,1 0 0,0 0 0,-1 0 0,1 0 0,0 0 0,-1 0 0,1 1 0,0-1 0,0 0 0,-1 0 0,1 0 0,-1 1 0,-4 1 0,0 0 0,-1 1 0,1 0 0,0 0 0,-6 6 0,3-2 0,1 1 0,0 1 0,0-1 0,1 1 0,0 0 0,0 1 0,1 0 0,0-1 0,1 2 0,0-1 0,1 0 0,0 1 0,1-1 0,0 1 0,0 0 0,1 22 0,1-12 0,1 0 0,0 0 0,2 0 0,1-1 0,0 1 0,2-1 0,15 39 0,-16-48 0,0-1 0,1 1 0,0-1 0,1 0 0,0 0 0,1-1 0,0 0 0,0 0 0,1-1 0,0 0 0,14 9 0,-16-13 0,0 0 0,0 0 0,1-1 0,0 1 0,0-2 0,0 1 0,0-1 0,0 0 0,0-1 0,0 0 0,1 0 0,-1-1 0,0 0 0,1 0 0,-1-1 0,0 0 0,9-2 0,-15 2 0,0 1 0,0-1 0,-1 1 0,1-1 0,0 0 0,-1 0 0,1 0 0,0 0 0,-1 0 0,1 0 0,-1 0 0,0 0 0,1-1 0,-1 1 0,0 0 0,0-1 0,0 1 0,0-1 0,0 1 0,0-1 0,0 0 0,0 1 0,-1-1 0,1 0 0,-1 0 0,1 0 0,-1 1 0,1-1 0,-1 0 0,0 0 0,0 0 0,0 0 0,0 0 0,-1 1 0,1-1 0,0 0 0,-1 0 0,1 0 0,-1 1 0,0-1 0,1 0 0,-1 1 0,0-1 0,0 0 0,0 1 0,0-1 0,-2-1 0,3 3 0,0 0 0,-1 0 0,1-1 0,0 1 0,0 0 0,0 0 0,0 0 0,0 0 0,0 0 0,-1 0 0,1 0 0,0 0 0,0-1 0,0 1 0,0 0 0,0 0 0,-1 0 0,1 0 0,0 0 0,0 0 0,0 0 0,-1 0 0,1 0 0,0 0 0,0 0 0,0 0 0,0 0 0,-1 0 0,1 0 0,0 0 0,0 0 0,0 0 0,0 0 0,0 1 0,-1-1 0,1 0 0,0 0 0,0 0 0,0 0 0,0 0 0,0 0 0,-1 0 0,1 1 0,-2 9 0,3 15 0,5 2 0,1 0 0,1 0 0,2-1 0,0 0 0,2-1 0,1-1 0,1 0 0,1 0 0,1-1 0,28 31 0,-38-49 0,-1 0 0,1 0 0,-1 0 0,1 0 0,1-1 0,-1 0 0,1-1 0,-1 1 0,1-1 0,0-1 0,0 1 0,12 1 0,-13-3 0,0 0 0,0-1 0,0 0 0,-1 0 0,1-1 0,0 0 0,0 0 0,0 0 0,0-1 0,0 1 0,-1-1 0,1-1 0,-1 1 0,0-1 0,10-6 0,-4 0 0,-1 1 0,0-1 0,0-1 0,0 0 0,-2 0 0,1-1 0,-1 0 0,12-25 0,-20 37 0,0-1 0,0 0 0,0 0 0,0 0 0,0 0 0,0 0 0,0 0 0,0 0 0,0 0 0,0 0 0,0 1 0,0-1 0,0 0 0,0 0 0,0 0 0,0 0 0,0 0 0,0 0 0,0 0 0,0 0 0,0 0 0,0 0 0,0 1 0,0-1 0,0 0 0,0 0 0,1 0 0,-1 0 0,0 0 0,0 0 0,0 0 0,0 0 0,0 0 0,0 0 0,0 0 0,0 0 0,0 0 0,0 0 0,0 0 0,0 1 0,1-1 0,-1 0 0,0 0 0,0 0 0,0 0 0,0 0 0,0 0 0,0 0 0,0 0 0,0 0 0,0 0 0,1 0 0,-1 0 0,0 0 0,0 0 0,0-1 0,0 1 0,0 0 0,0 0 0,1 18 0,-1 30 0,0-40 0,0 57-1365,1-1-5461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32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24575,'1'16'0,"3"37"0,4 27 0,-4 1 0,-10 146 0,3-204 0,1 0 0,1 0 0,0 0 0,2 0 0,5 26 0,-4-37 0,1 0 0,1 0 0,0-1 0,0 1 0,1-1 0,1 0 0,0 0 0,0-1 0,1 1 0,0-2 0,11 12 0,-6-9 0,1-1 0,1 0 0,-1-1 0,2 0 0,-1-1 0,1-1 0,0-1 0,1 0 0,0-1 0,0 0 0,1-1 0,-1-1 0,1-1 0,0 0 0,0-1 0,28-1 0,-21-1 0,1-1 0,-1-2 0,0 0 0,0-1 0,0-2 0,-1 0 0,0-2 0,0 0 0,-1-2 0,0 0 0,25-16 0,-43 23 0,0 1 0,0-1 0,-1 0 0,1 0 0,-1-1 0,1 1 0,-1-1 0,0 0 0,0 1 0,-1-1 0,1-1 0,2-6 0,-4 9 0,-1 0 0,1 0 0,-1 0 0,0 0 0,0 0 0,0 0 0,0 1 0,0-1 0,0 0 0,-1 0 0,1 0 0,0 0 0,-1 0 0,0 0 0,1 1 0,-1-1 0,0 0 0,0 1 0,0-1 0,0 0 0,0 1 0,-1-1 0,1 1 0,0-1 0,-1 1 0,1 0 0,-1 0 0,1 0 0,-1 0 0,1 0 0,-1 0 0,-3-1 0,-3-2 0,1 1 0,-1 0 0,0 0 0,0 1 0,-1 0 0,1 1 0,0 0 0,-1 0 0,1 1 0,-1 0 0,1 0 0,0 1 0,-1 0 0,1 0 0,0 1 0,0 0 0,0 1 0,0 0 0,-11 5 0,5-1 0,0 0 0,1 1 0,0 0 0,0 1 0,0 1 0,2 0 0,-1 1 0,1 0 0,-15 20 0,19-21 0,0 0 0,1 1 0,0 0 0,1 0 0,1 0 0,0 1 0,0-1 0,1 1 0,0 0 0,-1 21 0,3-28 0,1 0 0,0 0 0,0 0 0,0 0 0,1 0 0,0 0 0,0 0 0,0 0 0,1 0 0,-1-1 0,1 1 0,0-1 0,1 1 0,-1-1 0,1 1 0,0-1 0,0 0 0,0 0 0,0-1 0,1 1 0,-1-1 0,1 0 0,0 1 0,0-2 0,0 1 0,1 0 0,-1-1 0,7 3 0,5-1 0,0 0 0,1-1 0,0 0 0,-1-1 0,1-1 0,0-1 0,0-1 0,23-3 0,-33 4 0,-6-1 0,0 1 0,1 0 0,-1 0 0,0 0 0,1 0 0,-1 0 0,0 0 0,0 0 0,1 0 0,-1 1 0,0-1 0,0 0 0,1 1 0,-1-1 0,0 1 0,0-1 0,0 1 0,0 0 0,0 0 0,0-1 0,0 1 0,0 0 0,0 0 0,0 0 0,0 0 0,0 0 0,0 0 0,0 1 0,0 3 0,1-1 0,-1 0 0,-1 0 0,1 1 0,0-1 0,-1 9 0,1 9 0,3-2 0,0-1 0,1 0 0,1-1 0,1 1 0,1-1 0,0 0 0,1-1 0,12 17 0,4 3 0,2-2 0,44 46 0,-50-59 0,1-2 0,1 0 0,1-1 0,0-2 0,29 16 0,-40-26 0,1 0 0,-1-1 0,1 0 0,1-1 0,-1-1 0,1 0 0,0-1 0,0 0 0,0-2 0,0 1 0,0-2 0,16-1 0,-15-3 0,-16 4 0,0 0 0,0 0 0,0 0 0,0 0 0,0 1 0,0-1 0,0 0 0,0 0 0,0 0 0,0 0 0,0 0 0,0 0 0,0 0 0,0 0 0,0 0 0,0 1 0,0-1 0,0 0 0,0 0 0,0 0 0,0 0 0,0 0 0,0 0 0,0 0 0,0 0 0,0 0 0,0 0 0,0 1 0,0-1 0,0 0 0,1 0 0,-1 0 0,0 0 0,0 0 0,0 0 0,0 0 0,0 0 0,0 0 0,0 0 0,0 0 0,0 0 0,0 0 0,0 0 0,1 0 0,-1 0 0,-5 12 0,1 1 0,1 0 0,0 0 0,1 1 0,1-1 0,0 1 0,0-1 0,2 1 0,0 0 0,3 17 0,1-1 0,2-1 0,1 0 0,14 30 0,7 3-1365,-2-13-5461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33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1 851 24575,'1'0'0,"1"1"0,-1-1 0,0 0 0,1 1 0,-1-1 0,1 1 0,-1-1 0,0 1 0,0 0 0,1 0 0,-1-1 0,2 3 0,3 0 0,14 8 0,1-2 0,0-1 0,0-1 0,0 0 0,1-2 0,0 0 0,1-2 0,34 2 0,-45-5 0,0-1 0,0 1 0,0-2 0,0 0 0,-1 0 0,1-1 0,-1-1 0,0 0 0,0 0 0,0-1 0,0-1 0,-1 0 0,0 0 0,0-1 0,0 0 0,-1-1 0,0 0 0,8-9 0,-5 1 0,-1 0 0,0-1 0,-1 0 0,0 0 0,-2-1 0,0-1 0,-1 1 0,-1-1 0,-1 0 0,0-1 0,1-20 0,-3 13 0,-1 1 0,-1 0 0,-1-1 0,-1 1 0,-2-1 0,-1 1 0,-12-47 0,-4 23 0,7 28 0,13 22 0,0 0 0,0 0 0,0-1 0,-1 1 0,1 0 0,0 0 0,0-1 0,0 1 0,0 0 0,-1 0 0,1-1 0,0 1 0,0 0 0,-1 0 0,1 0 0,0 0 0,0-1 0,-1 1 0,1 0 0,0 0 0,-1 0 0,1 0 0,0 0 0,-1 0 0,1 0 0,0 0 0,0 0 0,-1 0 0,1 0 0,0 0 0,-1 0 0,1 0 0,0 0 0,-1 0 0,1 0 0,0 0 0,-1 0 0,1 1 0,0-1 0,-3 6 0,0 0 0,1 1 0,0-1 0,0 1 0,1 0 0,0-1 0,-1 10 0,-3 27 0,1 0 0,2 0 0,7 77 0,-2-102 0,0 0 0,1 0 0,1-1 0,0 0 0,9 19 0,-9-27 0,-1 0 0,2 0 0,-1-1 0,1 0 0,0 0 0,1 0 0,-1-1 0,2 0 0,-1 0 0,11 6 0,-13-9 0,1 0 0,0-1 0,0 0 0,0-1 0,0 1 0,0-1 0,0 0 0,1-1 0,-1 1 0,1-1 0,0 0 0,-1-1 0,11 0 0,-7-1 0,0-1 0,0 0 0,-1 0 0,1-1 0,0 0 0,-1-1 0,0 0 0,10-5 0,3-5 0,0-1 0,-1 0 0,-1-2 0,-1 0 0,35-40 0,-29 26 0,36-55 0,-52 71 0,0 0 0,-2-1 0,0 0 0,0-1 0,-2 1 0,6-23 0,-11 37 0,0 1 0,1-1 0,-1 1 0,0-1 0,0 1 0,1-1 0,-1 0 0,-1 1 0,1-1 0,0 1 0,0-1 0,0 1 0,-1-1 0,0-1 0,0 3 0,1 1 0,-1-1 0,0 1 0,1-1 0,-1 1 0,1-1 0,-1 1 0,1 0 0,0-1 0,-1 1 0,1 0 0,-1-1 0,1 1 0,0 0 0,0 0 0,-1-1 0,1 1 0,0 0 0,0 0 0,0-1 0,0 1 0,0 0 0,0 0 0,0 0 0,0-1 0,0 2 0,2 16 0,-2-18 0,0 0 0,0 1 0,1-1 0,-1 0 0,0 0 0,0 0 0,1 0 0,-1 1 0,0-1 0,0 0 0,1 0 0,-1 0 0,0 0 0,1 0 0,-1 0 0,0 0 0,0 0 0,1 0 0,-1 0 0,0 0 0,1 0 0,-1 0 0,0 0 0,0 0 0,1 0 0,-1 0 0,0 0 0,0 0 0,1 0 0,-1-1 0,0 1 0,0 0 0,1 0 0,3-3 0,-1 1 0,0-1 0,0 0 0,0 0 0,0 0 0,5-7 0,7-13 0,-1-1 0,-1-1 0,-1 0 0,-1 0 0,-2-1 0,0-1 0,-2 1 0,-1-1 0,0-1 0,-3 1 0,2-42 0,-8 43 0,1 18 0,2 13 0,12 46-1365,-3-22-5461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35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72 24575,'-10'20'0,"-8"7"0,2 1 0,0 1 0,2 0 0,-13 40 0,24-60 0,0 1 0,1-1 0,0 1 0,0 0 0,1 0 0,0 0 0,1-1 0,0 1 0,1 0 0,0 0 0,0 0 0,1 0 0,0 0 0,1-1 0,0 1 0,0-1 0,1 0 0,6 10 0,-8-16 0,0 0 0,0 0 0,1 0 0,-1 0 0,1 0 0,-1-1 0,1 1 0,0-1 0,0 1 0,1-1 0,-1 0 0,0 0 0,0-1 0,1 1 0,0-1 0,-1 0 0,1 1 0,5 0 0,-3-2 0,1 0 0,-1 0 0,0 0 0,1-1 0,-1 0 0,0 0 0,1 0 0,-1-1 0,0 0 0,7-3 0,6-5 0,1 0 0,-2-1 0,0-1 0,0-1 0,23-21 0,-15 9 0,26-29 0,-44 45 0,-1-1 0,1 0 0,-2-1 0,1 1 0,-2-1 0,9-21 0,-13 30 0,-1 1 0,1-1 0,-1 1 0,0-1 0,1 1 0,-1-1 0,0 0 0,0 1 0,0-1 0,0 0 0,0 1 0,0-1 0,-1 1 0,1-1 0,0 1 0,-1-3 0,0 3 0,0 1 0,0-1 0,1 0 0,-1 0 0,0 1 0,0-1 0,0 0 0,0 1 0,0-1 0,0 1 0,0-1 0,0 1 0,0 0 0,0-1 0,0 1 0,0 0 0,0 0 0,-1 0 0,1 0 0,0 0 0,0 0 0,0 0 0,0 0 0,0 0 0,-1 1 0,-11 1 0,0 1 0,0 0 0,0 1 0,1 0 0,-1 1 0,1 0 0,-14 10 0,-79 55 0,100-67 0,-27 20 0,2 0 0,0 2 0,1 1 0,2 2 0,-24 30 0,51-58 0,-22 33 0,21-32 0,1 1 0,-1-1 0,0 0 0,1 1 0,-1-1 0,1 1 0,-1-1 0,1 1 0,0-1 0,-1 1 0,1-1 0,0 1 0,0-1 0,0 1 0,0-1 0,0 1 0,1-1 0,-1 1 0,1 2 0,-1-4 0,1 1 0,0-1 0,-1 1 0,1-1 0,-1 1 0,1-1 0,0 1 0,-1-1 0,1 0 0,0 1 0,-1-1 0,1 0 0,0 0 0,-1 1 0,1-1 0,0 0 0,0 0 0,-1 0 0,1 0 0,0 0 0,0 0 0,-1 0 0,1 0 0,0 0 0,0 0 0,-1-1 0,1 1 0,0 0 0,0 0 0,-1-1 0,2 0 0,24-13 0,-10 2 0,0 0 0,-2-2 0,1 0 0,-2 0 0,0-2 0,0 1 0,-2-2 0,15-24 0,-14 18 0,-1 0 0,0 0 0,-2-1 0,-1-1 0,-1 0 0,5-29 0,-12 16 0,0 37 0,0 1 0,0-1 0,-1 1 0,1-1 0,0 1 0,0-1 0,0 1 0,0-1 0,-1 1 0,1-1 0,0 1 0,0-1 0,-1 1 0,1 0 0,0-1 0,-1 1 0,1-1 0,0 1 0,-1 0 0,1-1 0,-1 1 0,0-1 0,0 2 0,0-1 0,1 0 0,-1 0 0,0 0 0,1 1 0,-1-1 0,0 0 0,0 1 0,1-1 0,-1 1 0,1-1 0,-1 0 0,0 1 0,1 0 0,-1-1 0,1 1 0,-1-1 0,1 1 0,0 0 0,-1-1 0,0 2 0,-3 6 0,-1 1 0,1 0 0,1 0 0,-1 0 0,2 1 0,-1-1 0,1 0 0,1 1 0,-1 18 0,2-28 0,0 0 0,-1 0 0,1 1 0,0-1 0,0 0 0,0 0 0,0 0 0,0 1 0,1-1 0,-1 0 0,0 0 0,0 0 0,0 0 0,0 1 0,0-1 0,0 0 0,0 0 0,0 0 0,0 0 0,0 0 0,0 1 0,1-1 0,-1 0 0,0 0 0,0 0 0,0 0 0,0 0 0,0 0 0,1 1 0,-1-1 0,0 0 0,0 0 0,0 0 0,0 0 0,1 0 0,-1 0 0,0 0 0,0 0 0,0 0 0,0 0 0,1 0 0,-1 0 0,0 0 0,0 0 0,0 0 0,0 0 0,1 0 0,-1 0 0,0 0 0,0 0 0,0 0 0,0 0 0,1 0 0,-1-1 0,0 1 0,0 0 0,0 0 0,14-11 0,-14 10 0,1 1 0,-1-1 0,1 1 0,-1-1 0,1 1 0,-1-1 0,1 1 0,-1-1 0,1 0 0,-1 1 0,0-1 0,1 0 0,-1 1 0,0-1 0,0 0 0,1 0 0,-1 1 0,0-1 0,0 0 0,0 1 0,0-1 0,0 0 0,0 0 0,0 1 0,0-1 0,0 0 0,0 0 0,-1 1 0,1-1 0,0 0 0,0 1 0,-1-1 0,1 0 0,0 1 0,-1-1 0,1 0 0,-1 1 0,1-1 0,-1 1 0,1-1 0,-1 1 0,1-1 0,-1 1 0,0-1 0,1 1 0,-1-1 0,0 1 0,0-1 0,-2 1 0,-1-1 0,1 1 0,0 0 0,0-1 0,0 2 0,0-1 0,-1 0 0,1 0 0,0 1 0,0 0 0,0 0 0,0 0 0,0 0 0,0 0 0,0 0 0,0 1 0,0-1 0,1 1 0,-1 0 0,1 0 0,-1 0 0,1 0 0,0 0 0,0 1 0,-3 3 0,1-1 0,0 0 0,0 0 0,0 0 0,1 1 0,0 0 0,0 0 0,1 0 0,-1 0 0,1 0 0,0 0 0,-1 10 0,3-13 0,0 0 0,0 0 0,0-1 0,1 1 0,-1 0 0,1 0 0,-1 0 0,1 0 0,0 0 0,0-1 0,0 1 0,0 0 0,1-1 0,-1 1 0,3 2 0,-4-4 0,1-1 0,-1 1 0,1-1 0,0 1 0,-1-1 0,1 1 0,0-1 0,-1 1 0,1-1 0,0 1 0,0-1 0,-1 0 0,1 0 0,0 1 0,0-1 0,0 0 0,0 0 0,-1 0 0,1 0 0,0 0 0,1 0 0,0 0 0,-1-1 0,1 0 0,-1 1 0,1-1 0,-1 0 0,1 0 0,-1 0 0,0 0 0,1 0 0,-1 0 0,0 0 0,0 0 0,0 0 0,0-1 0,2-1 0,3-7 0,1-1 0,-2 0 0,1-1 0,-2 1 0,1-1 0,-2 0 0,1 0 0,-2-1 0,1 1 0,-1-16 0,1-14 0,-5-73 0,2 112 0,0-8 0,-1 0 0,-1 0 0,1 0 0,-5-13 0,6 24 0,0 0 0,0 0 0,0 0 0,0 0 0,1 0 0,-1 0 0,0 0 0,0-1 0,0 1 0,0 0 0,0 0 0,0 0 0,0 0 0,-1 0 0,1 0 0,0-1 0,0 1 0,0 0 0,0 0 0,0 0 0,0 0 0,0 0 0,0 0 0,0 0 0,0 0 0,0-1 0,0 1 0,0 0 0,0 0 0,-1 0 0,1 0 0,0 0 0,0 0 0,0 0 0,0 0 0,0 0 0,0 0 0,0 0 0,0 0 0,-1 0 0,1 0 0,0 0 0,0 0 0,0 0 0,0 0 0,0 0 0,0 0 0,-1 0 0,1 0 0,0 0 0,0 0 0,0 0 0,0 0 0,0 0 0,0 0 0,0 0 0,-1 0 0,1 0 0,0 0 0,0 0 0,0 0 0,0 0 0,0 0 0,0 0 0,0 1 0,0-1 0,0 0 0,-4 13 0,0 18 0,6-15-455,0 0 0,7 28 0,0-12-6371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37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22 24575,'0'0'0,"0"8"0,3 0 0,0 0 0,0-1 0,1 0 0,0 1 0,0-1 0,0-1 0,1 1 0,0 0 0,1-1 0,-1 0 0,13 10 0,-10-10 0,1 1 0,-1-2 0,1 1 0,0-1 0,0 0 0,1-1 0,-1 0 0,21 5 0,-19-7 0,0-1 0,1-1 0,-1 1 0,0-2 0,0 0 0,0 0 0,1-1 0,-1 0 0,-1-1 0,13-4 0,-17 5 0,-1 0 0,1 0 0,-1-1 0,0 0 0,0 0 0,0 0 0,0 0 0,0-1 0,-1 0 0,1 0 0,-1 0 0,0 0 0,0-1 0,-1 1 0,1-1 0,-1 0 0,0 0 0,0-1 0,-1 1 0,4-10 0,-6 13 0,0 1 0,1-1 0,-1 0 0,0 0 0,0 1 0,0-1 0,0 0 0,0 1 0,0-1 0,-1 0 0,1 0 0,0 1 0,-1-1 0,0 0 0,1 1 0,-1-1 0,0 1 0,0-1 0,0 1 0,0-1 0,0 1 0,0 0 0,0-1 0,0 1 0,0 0 0,-1 0 0,1 0 0,0 0 0,-1 0 0,1 0 0,-1 0 0,0 0 0,1 1 0,-1-1 0,-1 0 0,-4-1 0,0 1 0,1-1 0,-1 1 0,0 1 0,0-1 0,1 1 0,-1 0 0,-7 2 0,-6 1 0,0 1 0,1 1 0,0 1 0,0 1 0,0 0 0,-20 13 0,12-6 0,2 2 0,0 1 0,-34 30 0,54-42 0,-1 0 0,1 0 0,1 1 0,-1 0 0,-6 10 0,10-15 0,1 0 0,-1 0 0,0 0 0,1 0 0,-1 0 0,1 0 0,0 0 0,-1 0 0,1 1 0,0-1 0,0 0 0,-1 0 0,1 0 0,0 0 0,0 0 0,0 1 0,0-1 0,1 0 0,-1 0 0,0 0 0,0 0 0,1 0 0,-1 0 0,1 0 0,-1 0 0,1 0 0,-1 0 0,1 0 0,-1 0 0,1 0 0,0 0 0,0 0 0,0 0 0,-1 0 0,1-1 0,0 1 0,0 0 0,0-1 0,0 1 0,0-1 0,0 1 0,2 0 0,2 0 0,0 0 0,0 0 0,0 0 0,-1-1 0,1 0 0,0 0 0,0 0 0,0 0 0,0-1 0,0 0 0,0 0 0,0 0 0,-1-1 0,1 1 0,0-1 0,-1 0 0,1-1 0,4-2 0,3-3 0,0 1 0,-1-2 0,0 1 0,-1-2 0,14-13 0,-20 18 0,0 0 0,0 0 0,0 0 0,-1-1 0,0 1 0,0-1 0,-1 0 0,1 0 0,-1 0 0,0 0 0,-1 0 0,1 0 0,-1 0 0,0-7 0,-1 10 0,-1 0 0,1 0 0,0 0 0,-1 0 0,0 0 0,0 0 0,0 0 0,0 0 0,0 0 0,-1 0 0,1 1 0,-1-1 0,0 0 0,0 1 0,0 0 0,0-1 0,0 1 0,0 0 0,0 0 0,-1 0 0,1 0 0,-1 1 0,0-1 0,1 1 0,-1-1 0,0 1 0,0 0 0,0 0 0,0 0 0,-5 0 0,-4-1 0,0 1 0,-1 0 0,1 0 0,-1 1 0,1 1 0,0 0 0,-1 1 0,1 0 0,0 1 0,0 1 0,1-1 0,-1 2 0,-17 8 0,7-1 0,0 0 0,1 1 0,0 2 0,1 0 0,-32 31 0,46-41 0,1 1 0,0 0 0,0 1 0,0-1 0,-6 12 0,10-16 0,1-1 0,-1 0 0,0 1 0,1-1 0,-1 1 0,1-1 0,0 0 0,-1 1 0,1-1 0,0 1 0,0-1 0,0 1 0,0-1 0,0 1 0,0-1 0,0 1 0,1-1 0,-1 1 0,0-1 0,1 1 0,0-1 0,-1 0 0,1 1 0,0-1 0,-1 0 0,1 0 0,0 1 0,0-1 0,0 0 0,0 0 0,0 0 0,0 0 0,0 0 0,1 0 0,-1 0 0,2 1 0,3 0 0,0 0 0,0 0 0,0 0 0,1-1 0,-1 0 0,0 0 0,1-1 0,-1 0 0,0 0 0,1 0 0,-1-1 0,0 0 0,0 0 0,1 0 0,-1-1 0,0 0 0,0 0 0,9-5 0,-3 1 0,-1 0 0,0 0 0,0-1 0,0 0 0,-1-1 0,0 0 0,-1 0 0,13-15 0,-20 21 0,-1 1 0,0-1 0,1 0 0,-1 0 0,0 0 0,0 1 0,0-1 0,0 0 0,-1 0 0,1 0 0,-1 0 0,1-4 0,-1 6 0,0-1 0,0 1 0,0-1 0,0 1 0,0-1 0,0 1 0,0-1 0,-1 1 0,1-1 0,0 1 0,0-1 0,-1 1 0,1-1 0,0 1 0,-1-1 0,1 1 0,0-1 0,-1 1 0,1 0 0,-1-1 0,1 1 0,0 0 0,-1-1 0,1 1 0,-1 0 0,1 0 0,-1-1 0,1 1 0,-2 0 0,-1-1 0,0 1 0,0 0 0,-1 0 0,1 0 0,0 0 0,0 1 0,-1-1 0,1 1 0,0 0 0,0 0 0,0 0 0,0 0 0,0 0 0,-4 3 0,-3 2 0,0 1 0,0 0 0,1 1 0,-1 0 0,2 0 0,-1 1 0,1 0 0,1 1 0,0-1 0,0 2 0,1-1 0,-10 21 0,16-31 0,0 1 0,-1 0 0,1-1 0,0 1 0,0 0 0,0 0 0,-1-1 0,1 1 0,0 0 0,0 0 0,0 0 0,0-1 0,0 1 0,0 0 0,1 0 0,-1 0 0,0-1 0,0 1 0,1 0 0,-1 0 0,0-1 0,1 1 0,-1 0 0,1 0 0,0-1 0,0 0 0,-1 1 0,1-1 0,0 0 0,0 0 0,0 0 0,-1 0 0,1 1 0,0-1 0,0 0 0,0 0 0,-1-1 0,1 1 0,0 0 0,0 0 0,0 0 0,-1-1 0,1 1 0,0 0 0,0 0 0,-1-1 0,2 0 0,7-4 0,0 0 0,-1-1 0,0 1 0,0-2 0,-1 1 0,1-1 0,10-14 0,-13 15 0,0 0 0,-1 0 0,0 0 0,0 0 0,-1-1 0,0 1 0,0-1 0,0 0 0,-1 0 0,0 0 0,1-11 0,-2 16 0,-1 0 0,0 0 0,0 0 0,0 0 0,-1 0 0,1 1 0,0-1 0,-1 0 0,1 0 0,-1 0 0,1 0 0,-1 1 0,0-1 0,0 0 0,0 1 0,0-1 0,0 1 0,0-1 0,-1 1 0,-1-3 0,0 2 0,1 1 0,-1-1 0,0 1 0,1 0 0,-1-1 0,0 1 0,0 0 0,0 1 0,0-1 0,0 0 0,-5 1 0,-3-1 0,-1 2 0,1-1 0,0 2 0,-1-1 0,-19 7 0,20-4 0,-1 0 0,0 0 0,1 2 0,0-1 0,-13 9 0,12 0 0,12-14 0,0 1 0,0-1 0,0 0 0,0 1 0,1-1 0,-1 0 0,0 0 0,0 1 0,0-1 0,0 0 0,0 1 0,1-1 0,-1 0 0,0 0 0,0 1 0,0-1 0,1 0 0,-1 0 0,0 0 0,0 1 0,1-1 0,-1 0 0,0 0 0,1 0 0,-1 0 0,0 1 0,0-1 0,1 0 0,-1 0 0,1 0 0,33 1 0,-21-3 0,1 0 0,-1 0 0,0-1 0,-1-1 0,1 0 0,0-1 0,-1-1 0,0 1 0,0-2 0,10-7 0,-15 4-59,-10 5 206,-17 3-1600,2 5-5373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39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252 336 24575,'0'0'0,"0"0"0,-8-12 0,8 12 0,-4-6 0,0 0 0,-1 0 0,1 0 0,-1 1 0,0-1 0,-1 1 0,-6-4 0,12 9 0,0 0 0,0-1 0,0 1 0,0 0 0,-1 0 0,1 0 0,0 0 0,0 0 0,0 0 0,-1 0 0,1 0 0,0-1 0,0 1 0,0 0 0,-1 0 0,1 0 0,0 0 0,0 0 0,0 0 0,-1 0 0,1 0 0,0 0 0,0 0 0,0 0 0,-1 0 0,1 1 0,0-1 0,0 0 0,0 0 0,-1 0 0,1 0 0,0 0 0,0 0 0,0 0 0,0 0 0,-1 1 0,1-1 0,0 0 0,0 0 0,0 0 0,0 0 0,0 1 0,0-1 0,-1 0 0,1 0 0,0 0 0,0 1 0,0-1 0,0 0 0,0 0 0,0 0 0,0 1 0,0-1 0,0 0 0,0 0 0,0 0 0,0 1 0,0-1 0,0 0 0,0 0 0,0 0 0,0 1 0,0-1 0,0 0 0,0 0 0,1 0 0,-1 1 0,0-1 0,0 0 0,6 15 0,-4-13 0,0-1 0,0 1 0,-1-1 0,1 0 0,0 1 0,0-1 0,0 0 0,0 0 0,0-1 0,0 1 0,1 0 0,-1-1 0,0 1 0,0-1 0,0 0 0,1 1 0,-1-1 0,0 0 0,1-1 0,-1 1 0,0 0 0,0-1 0,0 1 0,1-1 0,-1 1 0,2-2 0,-1 1 0,-1 0 0,1 0 0,0-1 0,-1 1 0,1-1 0,-1 0 0,0 1 0,1-1 0,-1 0 0,0 0 0,0 0 0,0-1 0,-1 1 0,1 0 0,0-1 0,-1 1 0,0-1 0,1 0 0,0-4 0,-1 6 0,-1 0 0,0-1 0,0 1 0,0 0 0,0 0 0,0 0 0,0 0 0,0 0 0,0 0 0,0 0 0,0 0 0,0 0 0,-1 0 0,1 0 0,-1 0 0,1 0 0,-1 0 0,1 0 0,-1 0 0,1 0 0,-1 0 0,0 0 0,1 0 0,-1 1 0,0-1 0,-1-1 0,0 1 0,-1-1 0,0 1 0,0-1 0,0 1 0,0 0 0,0 0 0,0 1 0,0-1 0,-4 0 0,-4 0 0,0 0 0,-1 1 0,1 1 0,-15 2 0,13-1 0,1 2 0,0-1 0,1 1 0,-1 1 0,1 0 0,0 1 0,0 0 0,0 1 0,-12 10 0,19-14 0,-1 1 0,0 0 0,1 1 0,0-1 0,0 1 0,0-1 0,0 1 0,1 1 0,0-1 0,0 0 0,0 1 0,1-1 0,0 1 0,0 0 0,0 0 0,1 0 0,0 0 0,0 0 0,0 0 0,1 11 0,0-15 0,0-1 0,0 1 0,0-1 0,1 1 0,-1 0 0,0-1 0,1 1 0,-1-1 0,1 1 0,0-1 0,-1 0 0,1 1 0,0-1 0,0 1 0,0-1 0,0 0 0,0 0 0,0 0 0,2 2 0,-2-2 0,0-1 0,0 0 0,0 1 0,0-1 0,0 0 0,0 0 0,0 1 0,0-1 0,0 0 0,0 0 0,0 0 0,0 0 0,0-1 0,0 1 0,0 0 0,0 0 0,0-1 0,0 1 0,0 0 0,0-1 0,0 1 0,1-2 0,0 1 0,0 0 0,0 0 0,-1-1 0,1 1 0,-1-1 0,1 1 0,-1-1 0,0 0 0,0 1 0,0-1 0,0 0 0,0 0 0,0 0 0,0 0 0,0 0 0,-1 0 0,1 0 0,-1 0 0,1 0 0,-1 0 0,0 0 0,0 0 0,0 0 0,0 0 0,0-1 0,0 1 0,-1 0 0,-1-4 0,1 4 0,0-1 0,0 1 0,0 0 0,-1-1 0,0 1 0,1 0 0,-1 0 0,0 0 0,0 0 0,0 0 0,0 0 0,0 1 0,0-1 0,-1 1 0,1-1 0,0 1 0,-5-2 0,6 3 0,1 0 0,0 0 0,0 0 0,0 0 0,-1 1 0,1-1 0,0 0 0,0 0 0,0 0 0,0 0 0,-1 0 0,1 0 0,0 0 0,0 0 0,0 0 0,0-1 0,-1 1 0,1 0 0,0 0 0,0 0 0,0 0 0,0 0 0,-1 0 0,1 0 0,0 0 0,0 0 0,0 0 0,0-1 0,0 1 0,-1 0 0,1 0 0,0 0 0,0 0 0,0 0 0,0-1 0,0 1 0,0 0 0,0 0 0,0 0 0,0 0 0,0-1 0,0 1 0,0 0 0,0 0 0,0 0 0,0-1 0,0 1 0,0 0 0,0 0 0,0 0 0,0 0 0,0-1 0,0 1 0,0 0 0,0 0 0,0-1 0,30-10 0,-24 9 0,1 0 0,0-1 0,-1 0 0,0-1 0,0 0 0,0 1 0,0-2 0,-1 1 0,1-1 0,-1 0 0,0 0 0,0 0 0,-1-1 0,0 0 0,0 1 0,0-2 0,-1 1 0,1 0 0,-2-1 0,1 1 0,-1-1 0,0 0 0,0 0 0,-1 0 0,0 0 0,0 0 0,0 0 0,-1 0 0,0 0 0,-1 0 0,0-1 0,0 1 0,0 0 0,-1 0 0,0 1 0,0-1 0,-1 0 0,1 1 0,-2-1 0,1 1 0,-7-10 0,6 11 0,1-1 0,-1 1 0,-1 0 0,1 0 0,-1 0 0,1 1 0,-1 0 0,-1 0 0,1 0 0,0 0 0,-1 1 0,0 0 0,0 0 0,0 0 0,0 1 0,-7-2 0,3 9 67,5-3-128,4-9-1310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4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256 145 24575,'1'0'0,"-1"-1"0,1 1 0,-1 0 0,1 0 0,-1-1 0,0 1 0,1 0 0,-1-1 0,1 1 0,-1-1 0,0 1 0,1 0 0,-1-1 0,0 1 0,0-1 0,1 1 0,-1-1 0,0 1 0,0-1 0,0 1 0,1-1 0,-1 1 0,0-1 0,0 1 0,0-1 0,0 0 0,0 1 0,0-1 0,0 1 0,0-1 0,0 1 0,-1-1 0,1 1 0,0-1 0,0 1 0,0-1 0,-1 1 0,1-1 0,0 1 0,0-1 0,-1 1 0,1 0 0,0-1 0,-1 1 0,1-1 0,-1 1 0,1 0 0,0-1 0,-1 1 0,1 0 0,-1-1 0,1 1 0,-1 0 0,1 0 0,-1 0 0,1 0 0,-2-1 0,-1 2 0,0 0 0,0 0 0,0 0 0,-1 0 0,1 1 0,0-1 0,-4 4 0,6-5 0,0 1 0,1-1 0,-1 0 0,0 0 0,1 1 0,-1-1 0,0 1 0,1-1 0,-1 0 0,1 1 0,-1-1 0,1 1 0,-1 0 0,1-1 0,-1 1 0,1-1 0,-1 1 0,1 0 0,0-1 0,-1 1 0,1 0 0,0-1 0,-1 1 0,1 0 0,0 0 0,0-1 0,0 1 0,0 0 0,0-1 0,0 1 0,0 0 0,0 0 0,0-1 0,0 1 0,0 0 0,0 0 0,1 0 0,0 0 0,0-1 0,0 1 0,0-1 0,0 0 0,0 0 0,0 0 0,0 1 0,0-1 0,1 0 0,-1 0 0,0-1 0,0 1 0,0 0 0,0 0 0,0 0 0,0-1 0,0 1 0,0 0 0,0-1 0,0 1 0,0-1 0,0 1 0,0-1 0,0 0 0,0 1 0,1-2 0,-1 1 0,0 0 0,0 1 0,0-1 0,0 0 0,0 0 0,0 0 0,0 0 0,0 0 0,0 0 0,0 0 0,0-1 0,0 1 0,-1 0 0,1 0 0,-1-1 0,1 1 0,-1 0 0,1-1 0,-1 1 0,0 0 0,1-3 0,-2 3 0,1 0 0,-1-1 0,0 1 0,0 0 0,0 0 0,0-1 0,0 1 0,0 0 0,0 0 0,0 0 0,0 0 0,0 0 0,0 1 0,-1-1 0,1 0 0,0 0 0,-1 1 0,1-1 0,-1 1 0,1-1 0,-1 1 0,1 0 0,-3-1 0,-37-2 0,40 3 0,-21-1 0,-1 2 0,-27 4 0,45-4 0,-1 0 0,1 0 0,0 0 0,-1 0 0,1 1 0,0 0 0,0 0 0,0 1 0,0-1 0,0 1 0,1 0 0,-1 0 0,1 1 0,0-1 0,-4 6 0,7-9 0,0 1 0,1-1 0,-1 1 0,0 0 0,1-1 0,-1 1 0,1 0 0,-1-1 0,1 1 0,0 0 0,-1 0 0,1-1 0,0 1 0,-1 0 0,1 0 0,0 0 0,0 0 0,0-1 0,0 1 0,0 0 0,0 0 0,0 0 0,0 0 0,0 0 0,0-1 0,0 1 0,0 0 0,1 0 0,-1 0 0,0-1 0,1 1 0,-1 0 0,1 0 0,-1-1 0,1 1 0,-1 0 0,1-1 0,-1 1 0,1 0 0,-1-1 0,1 1 0,0-1 0,0 1 0,-1-1 0,1 1 0,0-1 0,1 1 0,1 0 0,-1 0 0,1-1 0,0 1 0,0-1 0,-1 0 0,1 0 0,0 0 0,0 0 0,0 0 0,-1 0 0,1-1 0,0 1 0,4-3 0,8-4 0,0-2 0,0 0 0,-1 0 0,-1-2 0,0 1 0,14-16 0,-10 11 0,9 19 0,-9-5 0,0 0 0,0-1 0,0-1 0,0 0 0,0-1 0,0-1 0,-1-1 0,0 0 0,16-9 0,-13-1 0,-19 16 0,1 0 0,-1-1 0,0 1 0,1-1 0,-1 0 0,0 1 0,0-1 0,0 1 0,1-1 0,-1 1 0,0-1 0,0 1 0,0-1 0,0 0 0,0 1 0,0-1 0,0 1 0,0-1 0,0 1 0,-1-1 0,1 0 0,0 0 0,-1 0 0,0 0 0,0 0 0,-1 0 0,1 0 0,0 0 0,0 0 0,-1 0 0,1 0 0,0 1 0,-1-1 0,1 1 0,-1-1 0,1 1 0,-1-1 0,1 1 0,-1 0 0,1 0 0,-1 0 0,1 0 0,-1 0 0,0 0 0,-2 0 0,-11 2-1365,2 1-5461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42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532 319 24575,'-17'11'0,"-55"42"0,1 3 0,-102 107 0,117-109 0,36-34 0,-82 85 0,100-103 0,0 0 0,0 1 0,0-1 0,0 0 0,1 1 0,-1-1 0,1 1 0,0 0 0,0 0 0,0-1 0,0 1 0,0 0 0,0 6 0,1-9 0,0 1 0,0-1 0,0 1 0,0-1 0,0 1 0,1-1 0,-1 1 0,0-1 0,0 1 0,0-1 0,1 0 0,-1 1 0,0-1 0,1 1 0,-1-1 0,1 0 0,-1 1 0,0-1 0,1 0 0,-1 1 0,1-1 0,-1 0 0,1 0 0,-1 0 0,1 1 0,-1-1 0,1 0 0,26-2 0,-10-3 0,0-1 0,-1-1 0,0 0 0,0-1 0,-1-1 0,0 0 0,23-19 0,-17 10 0,0-1 0,-1-1 0,-1 0 0,19-27 0,-30 36 0,-1 0 0,0-1 0,9-21 0,-15 30 0,1 1 0,-1-1 0,0 0 0,0 0 0,-1 0 0,1 0 0,-1 1 0,1-1 0,-1 0 0,0 0 0,0 0 0,0 0 0,0 0 0,-1 0 0,1 0 0,-1 0 0,0 0 0,0 1 0,0-1 0,0 0 0,0 0 0,-3-4 0,3 6 0,-1 0 0,1 0 0,0 0 0,0 0 0,0 0 0,-1 1 0,1-1 0,0 0 0,-1 0 0,1 1 0,0-1 0,-1 1 0,1-1 0,-1 1 0,1 0 0,-1 0 0,1 0 0,-1 0 0,1 0 0,-1 0 0,1 0 0,-1 0 0,1 0 0,-1 0 0,1 1 0,-1-1 0,1 1 0,-1-1 0,1 1 0,0 0 0,-1 0 0,1-1 0,0 1 0,0 0 0,0 0 0,-1 0 0,0 1 0,-3 3 0,0 0 0,0 0 0,0 0 0,0 1 0,1 0 0,-6 10 0,6-9 0,0 1 0,1-1 0,0 1 0,0 0 0,1-1 0,0 1 0,0 0 0,1 0 0,0 1 0,0-1 0,1 0 0,0 0 0,1 0 0,0 0 0,2 11 0,-3-18 0,1 0 0,-1 0 0,0 0 0,1 0 0,-1 0 0,1 0 0,-1 0 0,1 0 0,-1 0 0,1 0 0,0 0 0,0-1 0,-1 1 0,1 0 0,0 0 0,0-1 0,0 1 0,0 0 0,0-1 0,0 1 0,0-1 0,0 1 0,2 0 0,-2-2 0,0 1 0,1 0 0,-1 0 0,0-1 0,0 1 0,1-1 0,-1 1 0,0-1 0,0 0 0,0 1 0,0-1 0,0 0 0,0 0 0,0 0 0,0 0 0,0 0 0,0 0 0,0 0 0,0 0 0,-1 0 0,1 0 0,1-2 0,6-15 0,-1 0 0,-1 0 0,0-1 0,-1 0 0,-1 0 0,-1 0 0,1-26 0,2-17 0,-4-103 0,-4 137 0,-1 1 0,0-1 0,-2 1 0,-2 1 0,0-1 0,-14-31 0,20 54 0,-1 1 0,1-1 0,-1 1 0,0 0 0,0 0 0,0 0 0,0 0 0,-1 0 0,1 0 0,-1 0 0,0 1 0,0-1 0,0 1 0,0 0 0,0 0 0,0 0 0,-1 0 0,-4-1 0,5 2 0,0 1 0,1 0 0,-1 0 0,0 0 0,0 1 0,1-1 0,-1 1 0,0-1 0,1 1 0,-1 0 0,1 0 0,-1 0 0,1 0 0,-1 1 0,1-1 0,0 1 0,0-1 0,-1 1 0,1 0 0,0 0 0,1 0 0,-1 0 0,0 0 0,1 0 0,-1 1 0,-1 1 0,-6 11 0,1 0 0,0 0 0,1 0 0,0 1 0,2 0 0,0 0 0,-4 20 0,1 8 0,-4 70 0,11-89 0,0 1 0,2-1 0,1 0 0,1 0 0,10 42 0,-11-59 0,1 0 0,0 0 0,1 0 0,0-1 0,0 1 0,0-1 0,1 0 0,0 0 0,6 6 0,-7-9 0,1 0 0,-1-1 0,0 1 0,1-1 0,0 0 0,0 0 0,0-1 0,0 0 0,0 1 0,1-2 0,-1 1 0,1-1 0,-1 0 0,12 1 0,-8-1 0,0-2 0,1 1 0,-1-1 0,0-1 0,1 1 0,-1-2 0,0 1 0,0-1 0,-1-1 0,1 1 0,-1-2 0,1 1 0,-1-1 0,0 0 0,-1-1 0,1 0 0,-1 0 0,-1 0 0,7-8 0,-12 13 0,0 0 0,0-1 0,0 1 0,0 0 0,0-1 0,0 1 0,0-1 0,-1 1 0,1-1 0,-1 1 0,1-1 0,-1 1 0,0-1 0,1 1 0,-1-1 0,0 1 0,0-1 0,0 0 0,0 1 0,0-1 0,-1-1 0,0 1 0,1 1 0,-1 0 0,0 0 0,0 0 0,0 0 0,0 0 0,0 0 0,0 0 0,0 0 0,0 1 0,0-1 0,0 0 0,-1 1 0,1-1 0,0 1 0,-1-1 0,1 1 0,0-1 0,-2 1 0,-5-2 0,1 2 0,-1-1 0,0 1 0,1 0 0,-1 0 0,0 1 0,-9 2 0,8-1 0,0 1 0,0 0 0,0 1 0,0 0 0,-13 9 0,19-11 0,0 0 0,0 0 0,1 0 0,0 0 0,-1 1 0,1-1 0,0 1 0,0-1 0,-2 5 0,3-6 0,1 0 0,-1 1 0,1-1 0,-1 1 0,1-1 0,0 0 0,-1 1 0,1-1 0,0 1 0,0-1 0,0 1 0,0-1 0,0 0 0,1 1 0,-1-1 0,0 1 0,1-1 0,-1 0 0,1 1 0,-1-1 0,2 3 0,-1-3 0,0 1 0,1 0 0,-1 0 0,1-1 0,-1 1 0,1-1 0,-1 0 0,1 1 0,0-1 0,-1 0 0,1 0 0,0 0 0,0 0 0,0 0 0,0 0 0,0-1 0,0 1 0,0-1 0,4 1 0,-2 0 0,0-1 0,1 0 0,-1 0 0,0-1 0,0 1 0,1-1 0,-1 0 0,0 0 0,0-1 0,4-1 0,-5 2 0,0 0 0,-1 0 0,1 0 0,0 0 0,-1-1 0,1 1 0,-1-1 0,0 0 0,1 0 0,-1 0 0,0 0 0,0 0 0,0 0 0,0 0 0,-1-1 0,1 1 0,0-1 0,-1 1 0,0-1 0,0 0 0,0 1 0,0-1 0,0 0 0,0 0 0,-1 0 0,1 0 0,-1 0 0,0 0 0,0 0 0,0 1 0,-1-7 0,-1 5 0,0 0 0,0 0 0,-1 0 0,1 1 0,-1-1 0,0 1 0,0 0 0,0-1 0,0 1 0,0 1 0,-1-1 0,1 0 0,-1 1 0,0 0 0,0 0 0,0 0 0,0 0 0,0 0 0,0 1 0,-1 0 0,1 0 0,0 0 0,-5 0 0,-1-1 0,0 1 0,0 1 0,0-1 0,0 2 0,0-1 0,0 1 0,0 1 0,0 0 0,-13 4 0,17-3 0,1 0 0,0 0 0,0 0 0,0 1 0,1 0 0,-1-1 0,1 2 0,0-1 0,0 1 0,0-1 0,1 1 0,-1 0 0,1 0 0,-4 10 0,6-12 0,-1-1 0,1 0 0,0 1 0,1-1 0,-1 1 0,0-1 0,1 1 0,-1-1 0,1 1 0,0-1 0,-1 1 0,2-1 0,-1 1 0,0 0 0,0-1 0,1 1 0,-1-1 0,1 1 0,0-1 0,0 1 0,0-1 0,0 0 0,0 1 0,0-1 0,1 0 0,-1 0 0,1 0 0,-1 0 0,1 0 0,0 0 0,0 0 0,0-1 0,0 1 0,0-1 0,4 3 0,0-2 0,-1-1 0,0 1 0,1-1 0,-1 0 0,1-1 0,0 1 0,-1-1 0,1 0 0,-1-1 0,1 1 0,-1-1 0,1 0 0,-1-1 0,1 1 0,-1-1 0,0 0 0,0 0 0,7-5 0,1 0 0,0 0 0,-1-1 0,0 0 0,-1-1 0,1 0 0,9-12 0,-17 17 0,0-1 0,-1 1 0,0-1 0,0 0 0,0 0 0,-1 0 0,1 0 0,-1-1 0,-1 1 0,2-6 0,-2 9 0,-1 0 0,0 1 0,1-1 0,-1 1 0,0-1 0,0 1 0,0-1 0,0 1 0,-1-1 0,1 0 0,0 1 0,-1-1 0,1 1 0,-1-1 0,1 1 0,-1 0 0,0-1 0,1 1 0,-1-1 0,0 1 0,0 0 0,0 0 0,0 0 0,0-1 0,-1 1 0,1 0 0,0 0 0,0 1 0,-1-1 0,1 0 0,0 0 0,-1 1 0,1-1 0,-1 0 0,1 1 0,-1 0 0,1-1 0,-1 1 0,1 0 0,-3-1 0,3 1 0,-1-1 0,1 1 0,-1 0 0,1-1 0,-1 1 0,0 0 0,1 0 0,-1 0 0,1 0 0,-1 0 0,1 0 0,-1 1 0,1-1 0,-1 0 0,1 1 0,-1-1 0,1 1 0,-1 0 0,1-1 0,0 1 0,-1 0 0,1 0 0,0 0 0,0 0 0,0 0 0,-1 0 0,1 0 0,0 0 0,0 0 0,1 1 0,-1-1 0,0 0 0,0 1 0,0-1 0,1 1 0,-1-1 0,1 0 0,-1 4 0,1-2 0,0 1 0,0 0 0,0-1 0,1 1 0,-1 0 0,1-1 0,0 1 0,0 0 0,1-1 0,-1 1 0,1-1 0,-1 0 0,1 0 0,0 1 0,3 2 0,18 14 0,-16-13 0,-13-10 0,2 1 9,-1 0 1,1 1-1,-1 0 0,0-1 0,1 1 1,-1 1-1,0-1 0,0 1 0,1-1 0,-1 2 1,0-1-1,-5 1 0,0 1-306,0 0 0,-1 0 0,1 1 0,-14 7 0,4-1-6529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4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612 109 24575,'-30'0'0,"-204"8"0,203-5 0,0 2 0,1 1 0,-1 1 0,1 1 0,-42 19 0,60-21 0,0 0 0,1 0 0,0 1 0,-10 9 0,17-13 0,0 0 0,1 0 0,0 1 0,-1 0 0,1-1 0,0 1 0,1 0 0,-1 1 0,1-1 0,0 0 0,0 1 0,0-1 0,-2 8 0,4-11 0,-1 1 0,1-1 0,0 0 0,0 1 0,0-1 0,-1 1 0,1-1 0,1 0 0,-1 1 0,0-1 0,0 1 0,0-1 0,1 1 0,-1-1 0,1 0 0,-1 1 0,1-1 0,0 0 0,-1 0 0,1 1 0,0-1 0,0 0 0,2 2 0,-1-2 0,-1 0 0,2 1 0,-1-1 0,0-1 0,0 1 0,0 0 0,0 0 0,0-1 0,1 0 0,-1 1 0,0-1 0,1 0 0,2 0 0,7-1 0,-1 0 0,0-1 0,-1-1 0,1 1 0,11-6 0,67-30 0,-80 34 0,-1-1 0,0 1 0,0-2 0,0 1 0,-1-1 0,0 0 0,13-15 0,-20 21 0,1 0 0,-1-1 0,0 1 0,1-1 0,-1 1 0,0-1 0,1 1 0,-1-1 0,0 1 0,0-1 0,0 1 0,1-1 0,-1 1 0,0-1 0,0 1 0,0-1 0,0 1 0,0-1 0,0 0 0,0 1 0,0-1 0,0 1 0,0-1 0,-1 1 0,1-1 0,0 1 0,0-1 0,0 1 0,-1-1 0,1 1 0,0-1 0,-1 0 0,-19-9 0,-27 4 0,-63 8 0,98-1 0,-1 0 0,1 1 0,0 0 0,0 2 0,0-1 0,-20 9 0,31-11 0,0-1 0,0 1 0,0 0 0,-1-1 0,1 1 0,0 0 0,0 0 0,0 0 0,0 0 0,0 0 0,0 0 0,0 0 0,1 0 0,-1 0 0,0 2 0,1-3 0,-1 1 0,1-1 0,0 1 0,0-1 0,0 1 0,0-1 0,0 1 0,0 0 0,0-1 0,1 1 0,-1-1 0,0 1 0,0-1 0,0 1 0,0-1 0,1 1 0,-1-1 0,0 1 0,1-1 0,-1 1 0,0-1 0,1 0 0,-1 1 0,1 0 0,2 1 0,0 0 0,0 0 0,0-1 0,0 1 0,1-1 0,-1 1 0,0-1 0,1 0 0,-1 0 0,5 0 0,12 1 0,1-1 0,0 0 0,0-2 0,0 0 0,28-7 0,-13 1 0,0-2 0,43-17 0,-71 23 0,0-1 0,0 0 0,0 0 0,11-7 0,-37 15 0,-17 10 0,22-7 0,4-4 0,2 0 0,-1 1 0,0 0 0,1 1 0,0-1 0,0 1 0,0 1 0,0-1 0,1 1 0,-10 11 0,17-12 0,7-7 0,9-7 0,-9 4 0,0-1 0,-1 0 0,1-1 0,-1 0 0,-1 0 0,0 0 0,0-1 0,8-11 0,-14 18 0,0 1 0,0 0 0,0 0 0,1-1 0,-1 1 0,0 0 0,0-1 0,0 1 0,0 0 0,0-1 0,0 1 0,0 0 0,0-1 0,1 1 0,-1 0 0,0-1 0,0 1 0,0 0 0,-1-1 0,1 1 0,0 0 0,0-1 0,0 1 0,0 0 0,0 0 0,0-1 0,0 1 0,-1 0 0,1-1 0,0 1 0,0 0 0,0 0 0,-1-1 0,1 1 0,0 0 0,0 0 0,-1-1 0,1 1 0,-16-1 0,-16 12 0,31-11 0,-1 0 0,1 1 0,0-1 0,0 1 0,1 0 0,-1-1 0,0 1 0,0 0 0,0-1 0,0 1 0,0 0 0,1 0 0,-1 0 0,0 0 0,1 0 0,-1 0 0,1 0 0,-1 0 0,1 0 0,-1 0 0,1 0 0,0 0 0,0 0 0,-1 0 0,1 0 0,0 0 0,0 0 0,0 0 0,0 1 0,0-1 0,0 0 0,0 0 0,1 0 0,-1 0 0,0 0 0,1 0 0,-1 0 0,1 0 0,-1 0 0,1 0 0,-1 0 0,1 0 0,1 1 0,1 2 0,0-1 0,0 0 0,1 0 0,0 0 0,-1 0 0,1-1 0,0 1 0,0-1 0,9 3 0,-2-1 0,0-1 0,0-1 0,0 0 0,0 0 0,1-1 0,12 0 0,-18-1 0,-1 0 0,1-1 0,-1 1 0,0-1 0,1 0 0,-1-1 0,0 1 0,0-1 0,0 0 0,0 0 0,0-1 0,0 1 0,0-1 0,7-7 0,-10 9 0,-1 0 0,0-1 0,1 1 0,-1-1 0,0 1 0,0-1 0,0 1 0,0-1 0,0 0 0,-1 1 0,1-1 0,0 0 0,-1 0 0,1 1 0,-1-1 0,0 0 0,1 0 0,-1 0 0,0 0 0,0 0 0,-1-1 0,0-1 0,1 1 0,-1 0 0,-1 0 0,1 0 0,0 0 0,-1 0 0,0 1 0,0-1 0,1 0 0,-1 1 0,-4-4 0,-2-2 0,-1 1 0,0-1 0,-1 1 0,0 1 0,-19-10 0,8 7 0,0 0 0,0 2 0,-1 0 0,-30-4 0,41 9 0,-1 0 0,1 1 0,-1 1 0,1 0 0,-1 0 0,1 1 0,0 1 0,-1 0 0,1 1 0,-16 5 0,22-6 0,1 0 0,0 1 0,0 0 0,0-1 0,1 1 0,-1 1 0,1-1 0,-1 0 0,1 1 0,0 0 0,0-1 0,1 1 0,-1 0 0,1 1 0,0-1 0,0 0 0,0 1 0,1-1 0,0 1 0,-1-1 0,2 1 0,-1 0 0,0 7 0,1-9 0,0 1 0,0 0 0,0 0 0,0-1 0,1 1 0,-1 0 0,1-1 0,0 1 0,0-1 0,1 1 0,-1-1 0,1 1 0,0-1 0,0 0 0,0 0 0,0 0 0,0 0 0,0 0 0,1 0 0,0 0 0,0-1 0,-1 0 0,1 1 0,0-1 0,1 0 0,-1 0 0,0-1 0,1 1 0,-1-1 0,5 2 0,-5-3 0,1 1 0,0-1 0,0 0 0,-1 0 0,1 0 0,0 0 0,-1-1 0,1 0 0,0 1 0,-1-1 0,1-1 0,-1 1 0,1 0 0,-1-1 0,0 0 0,1 0 0,-1 0 0,0 0 0,0 0 0,0-1 0,-1 1 0,1-1 0,0 0 0,1-3 0,-2 4 0,0 0 0,0 0 0,-1 0 0,1-1 0,-1 1 0,0-1 0,1 1 0,-1-1 0,0 1 0,-1-1 0,1 0 0,0 1 0,-1-1 0,1 0 0,-1 0 0,0 1 0,0-1 0,0 0 0,0 0 0,-1 1 0,1-1 0,-1 0 0,0 0 0,1 1 0,-1-1 0,0 1 0,-1-1 0,1 1 0,0-1 0,-1 1 0,1 0 0,-3-3 0,4 2 0,0 0 0,1 0 0,0 0 0,-1 1 0,1-1 0,0 0 0,1 1 0,-1-1 0,0 1 0,1-1 0,-1 1 0,1-1 0,2-1 0,-1-1 0,54-76-1365,-43 63-5461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48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2698 1 24575,'-1'2'0,"1"-1"0,-1 1 0,0-1 0,0 1 0,0-1 0,0 1 0,0-1 0,0 1 0,0-1 0,0 0 0,-1 0 0,1 0 0,-1 1 0,-2 0 0,-7 8 0,-140 160 0,-297 237 0,-28-28 0,49-40 0,393-311 0,-492 423 0,408-338 0,4 5 0,-119 161 0,104-100-1365,118-164-5461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50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283 284 24575,'-10'0'0,"1"0"0,-1 1 0,1 0 0,-1 0 0,1 1 0,-1 0 0,-14 6 0,18-5 0,1 0 0,-1 1 0,1-1 0,0 1 0,0 0 0,1 0 0,-1 0 0,1 1 0,0 0 0,0-1 0,0 2 0,-5 8 0,-10 29 0,16-50 0,0 0 0,-1 0 0,1 0 0,-1 0 0,-1 1 0,1 0 0,-1 0 0,0 0 0,0 0 0,-1 1 0,0 0 0,0 0 0,0 0 0,0 1 0,-1 0 0,0 0 0,-7-2 0,7 5 0,15-6 0,13-17 0,-2 0 0,-1-1 0,-2-1 0,0 0 0,-1-1 0,-2-1 0,15-42 0,-23 38 0,-8 21 0,3 11 0,0-1 0,-1 1 0,1 0 0,-1 0 0,1 0 0,0 0 0,-1 0 0,1 0 0,-1 0 0,1 0 0,0 1 0,-1-1 0,1 0 0,0 0 0,-1 0 0,1 0 0,-1 0 0,1 1 0,0-1 0,-1 0 0,1 0 0,0 1 0,0-1 0,-1 0 0,1 0 0,0 1 0,-1-1 0,1 0 0,0 1 0,0 0 0,-7 7 0,1 0 0,1 0 0,0 0 0,0 1 0,1 0 0,0 0 0,-5 17 0,-16 71 0,25-95 0,-3 11 0,-2 8 0,1-1 0,1 2 0,1-1 0,0 32 0,4-55 0,-1 0 0,0 1 0,1-1 0,0 1 0,-1 0 0,1-1 0,0 1 0,0 0 0,0 0 0,0 0 0,0 0 0,0 1 0,2-2 0,19-9 0,-21 10 0,50-37 0,-49 36 0,1-1 0,-1 0 0,0 0 0,0 0 0,0 0 0,-1-1 0,1 1 0,-1-1 0,0 1 0,0-1 0,0 0 0,2-7 0,-4 11 0,0 0 0,0-1 0,0 1 0,0 0 0,-1 0 0,1-1 0,0 1 0,0 0 0,0 0 0,-1-1 0,1 1 0,0 0 0,0 0 0,0 0 0,-1 0 0,1-1 0,0 1 0,-1 0 0,1 0 0,0 0 0,0 0 0,-1 0 0,1 0 0,0 0 0,-1 0 0,1 0 0,0 0 0,0 0 0,-1 0 0,1 0 0,0 0 0,-1 0 0,1 0 0,0 0 0,0 0 0,-1 0 0,1 0 0,0 0 0,-1 0 0,1 1 0,0-1 0,0 0 0,0 0 0,-1 0 0,1 1 0,0-1 0,0 0 0,-1 0 0,1 0 0,0 1 0,0-1 0,-1 1 0,1-1 0,0 0 0,-1 0 0,1 1 0,0-1 0,-1 0 0,1 1 0,0-1 0,0 0 0,-1 0 0,1 1 0,0-1 0,0 1 0,0-1 0,-1 0 0,1 1 0,0-1 0,0 0 0,0 1 0,0-1 0,0 1 0,0-1 0,0 1 0,0-1 0,0 0 0,0 1 0,0-1 0,0 1 0,0-1 0,0 0 0,0 1 0,1-1 0,-1 1 0,0-1 0,0 0 0,0 1 0,0-1 0,1 0 0,-1 1 0,0-1 0,0 0 0,1 1 0,-1-1 0,0 0 0,1 0 0,-1 1 0,0-1 0,1 0 0,-1 0 0,1 0 0,-1 0 0,0 1 0,1-1 0,0 0 0,59 27-1365,-53-24-5461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52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116 281 24575,'0'0'0,"-17"19"0,7-5 0,2 0 0,0 0 0,0 1 0,2 0 0,0 0 0,0 0 0,1 1 0,1 0 0,1 0 0,0 0 0,1 1 0,1-1 0,2 29 0,0-20 0,1 0 0,2-1 0,1 1 0,0-1 0,2 0 0,1 0 0,1 0 0,14 27 0,-19-44 0,0 0 0,1 0 0,-1 0 0,1 0 0,1-1 0,-1 0 0,11 9 0,-14-13 0,1-1 0,-1 1 0,1 0 0,0-1 0,0 0 0,-1 1 0,1-1 0,0 0 0,0 0 0,0-1 0,1 1 0,-1-1 0,0 1 0,0-1 0,0 0 0,0 0 0,0 0 0,1-1 0,-1 1 0,0-1 0,0 0 0,3-1 0,3-2 0,-1 0 0,0-1 0,0 0 0,-1-1 0,0 1 0,0-1 0,0-1 0,0 1 0,-1-1 0,0 0 0,-1-1 0,1 1 0,5-13 0,-4 8 0,-1-1 0,0 0 0,0-1 0,-2 1 0,1-1 0,-2 0 0,0 0 0,1-16 0,-3 24 0,-2 0 0,1 0 0,0 0 0,-1 0 0,0 0 0,-1 0 0,1 0 0,-1 0 0,0 0 0,-1 0 0,1 1 0,-1-1 0,0 1 0,-1 0 0,-6-9 0,8 12 0,-1-1 0,0 0 0,0 1 0,1-1 0,-2 1 0,1 0 0,0 0 0,0 0 0,-1 1 0,1-1 0,-1 1 0,1 0 0,-1 0 0,0 0 0,1 0 0,-1 0 0,0 1 0,0 0 0,1 0 0,-1 0 0,0 0 0,0 1 0,1-1 0,-1 1 0,0 0 0,-4 2 0,7-3 0,-1 0 0,1 1 0,-1-1 0,1 1 0,0-1 0,0 1 0,-1 0 0,1 0 0,0-1 0,0 1 0,0 0 0,0 0 0,0 0 0,0 0 0,0 0 0,0 0 0,0 1 0,1-1 0,-1 0 0,0 0 0,1 1 0,-1-1 0,1 0 0,-1 1 0,1-1 0,0 0 0,-1 1 0,1-1 0,0 1 0,0-1 0,0 1 0,0-1 0,0 0 0,0 1 0,1-1 0,-1 1 0,0-1 0,1 2 0,0-2 0,0 0 0,-1 0 0,1 0 0,0 0 0,0 0 0,0 0 0,0 0 0,0 0 0,0 0 0,0 0 0,0-1 0,0 1 0,0 0 0,0-1 0,1 1 0,-1-1 0,0 1 0,0-1 0,1 0 0,-1 1 0,0-1 0,1 0 0,-1 0 0,0 0 0,0 0 0,1 0 0,-1 0 0,0-1 0,1 1 0,-1 0 0,0 0 0,0-1 0,1 1 0,-1-1 0,0 0 0,0 1 0,0-1 0,0 0 0,0 1 0,0-1 0,2-2 0,3-2 0,0 0 0,0-1 0,-1 0 0,1 0 0,-2 0 0,1 0 0,6-13 0,25-58 0,-16 23 0,14-56 0,-27 84 0,-1-2 0,-2 1 0,-1 0 0,0-34 0,-3 55 0,-1 0 0,1 0 0,-1 1 0,0-1 0,0 1 0,-1-1 0,-3-7 0,4 11 0,0 0 0,0 0 0,0 0 0,-1 0 0,1 0 0,-1 0 0,1 0 0,-1 1 0,1-1 0,-1 0 0,0 1 0,0 0 0,0-1 0,-3-1 0,2 2 0,1 1 0,-1-1 0,1 0 0,-1 1 0,0 0 0,1-1 0,-1 1 0,1 0 0,-1 0 0,1 1 0,-1-1 0,0 0 0,-3 2 0,0 0 0,0 0 0,0 1 0,0-1 0,1 1 0,-1 1 0,-7 5 0,-8 8 0,1 1 0,0 1 0,2 1 0,0 0 0,2 1 0,0 2 0,-25 46 0,19-26 0,2 1 0,2 1 0,-19 77 0,30-95 0,1 0 0,2 1 0,-1 33 0,4-54 0,1 1 0,0-1 0,1 1 0,0-1 0,0 1 0,0-1 0,1 0 0,0 1 0,1-1 0,-1 0 0,1 0 0,1-1 0,-1 1 0,1-1 0,1 0 0,6 9 0,-8-12 0,-1-1 0,1 1 0,0-1 0,0 0 0,0 0 0,0 0 0,0-1 0,1 1 0,-1-1 0,1 0 0,-1 1 0,0-2 0,1 1 0,0 0 0,-1-1 0,8 1 0,-5-2 0,0 1 0,-1-1 0,1-1 0,0 1 0,0-1 0,-1 0 0,1 0 0,-1-1 0,8-4 0,2-2 0,-1-1 0,0-1 0,-1-1 0,-1 1 0,1-2 0,10-15 0,-2 1 0,-2-1 0,-2 0 0,0-2 0,-2 0 0,-1 0 0,18-59 0,-26 53 0,-6 35 0,0 1 0,0-1 0,0 1 0,0-1 0,0 0 0,1 1 0,-1-1 0,0 1 0,0-1 0,-1 1 0,1-1 0,0 0 0,0 1 0,0-1 0,0 1 0,0-1 0,-1 1 0,1-1 0,0 1 0,0-1 0,-1 1 0,1-1 0,0 1 0,-1-1 0,1 1 0,-1-1 0,1 1 0,0 0 0,-1-1 0,1 1 0,-1 0 0,1-1 0,-1 1 0,1 0 0,-1 0 0,0-1 0,1 1 0,-1 0 0,1 0 0,-1 0 0,1 0 0,-1 0 0,0 0 0,1 0 0,-1 0 0,1 0 0,-1 0 0,1 0 0,-1 0 0,0 0 0,1 0 0,-1 1 0,1-1 0,-2 1 0,-5 2 0,1 2 0,-1-1 0,1 1 0,-1 0 0,1 0 0,1 0 0,-1 1 0,1 0 0,0 0 0,0 1 0,-4 7 0,-1 3 0,0 1 0,1 0 0,-9 27 0,10-12 0,7-32 0,1 0 0,0 0 0,0 0 0,-1-1 0,1 1 0,0 0 0,0 0 0,0 0 0,0 0 0,0 0 0,0 0 0,0 0 0,0 0 0,0 0 0,1-1 0,-1 1 0,0 0 0,1 0 0,-1 0 0,0 0 0,1-1 0,-1 1 0,1 0 0,-1 0 0,1-1 0,-1 1 0,1 0 0,0-1 0,-1 1 0,1 0 0,1 0 0,-1-1 0,1-1 0,-1 1 0,0-1 0,1 1 0,-1-1 0,0 1 0,0-1 0,0 0 0,1 0 0,-1 1 0,0-1 0,0 0 0,0 0 0,0 0 0,0 0 0,-1 0 0,1 0 0,0-1 0,0 1 0,-1 0 0,1 0 0,-1 0 0,1-1 0,-1 1 0,1-3 0,11-35 0,-10 31 0,-1 0 0,0 0 0,-1 0 0,0 0 0,0 0 0,-1 0 0,0 0 0,0 0 0,-3-9 0,3 15 0,1 0 0,-1 0 0,1 0 0,-1 0 0,0 0 0,0 1 0,0-1 0,0 0 0,0 1 0,0-1 0,0 1 0,-1-1 0,1 1 0,0-1 0,-1 1 0,1 0 0,-1 0 0,0 0 0,1 0 0,-1 0 0,0 0 0,0 0 0,0 0 0,1 1 0,-1-1 0,0 1 0,0-1 0,0 1 0,0 0 0,0 0 0,0 0 0,0 0 0,0 0 0,0 0 0,0 1 0,0-1 0,0 0 0,0 1 0,1 0 0,-1-1 0,0 1 0,-3 2 0,4-3 0,0 1 0,0-1 0,-1 1 0,1-1 0,0 1 0,0 0 0,0 0 0,0-1 0,0 1 0,0 0 0,0 0 0,0 0 0,0 0 0,0 0 0,1 0 0,-1 1 0,0-1 0,1 0 0,-1 0 0,1 0 0,-1 1 0,1-1 0,-1 0 0,1 2 0,0-2 0,0-1 0,0 1 0,0-1 0,0 1 0,0-1 0,1 1 0,-1-1 0,0 1 0,0-1 0,0 1 0,1-1 0,-1 0 0,0 1 0,1-1 0,-1 1 0,0-1 0,1 0 0,-1 1 0,0-1 0,1 0 0,-1 0 0,1 1 0,-1-1 0,1 0 0,20 1 0,34-20 0,-55 19-26,0 0 0,1-1-1,-1 1 1,0 0 0,1 0 0,-1 0-1,0 1 1,1-1 0,-1 0 0,1 0-1,-1 0 1,0 0 0,1 0 0,-1 0-1,0 0 1,0 1 0,1-1 0,-1 0-1,0 0 1,1 0 0,-1 1 0,0-1-1,0 0 1,1 0 0,-1 1 0,0-1-1,0 0 1,0 1 0,1-1 0,-1 0-1,0 1 1,0-1 0,0 0 0,0 1-1,0-1 1,0 0 0,0 1 0,1-1-1,-1 0 1,0 1 0,0-1 0,-1 0-1,1 1 1,0-1 0,0 0 0,0 1-1,0-1 1,0 0 0,0 1-1,0-1 1,-1 1 0,-2 11-6800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5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118 320 24575,'0'-1'0,"0"0"0,0 0 0,1 0 0,-1-1 0,0 1 0,0 0 0,-1 0 0,1 0 0,0 0 0,0 0 0,0 0 0,-1-1 0,1 1 0,-1 0 0,1 0 0,-1 0 0,1 0 0,-1 0 0,1 0 0,-1 1 0,0-1 0,0 0 0,1 0 0,-1 0 0,0 1 0,0-1 0,0 0 0,0 1 0,0-1 0,0 0 0,0 1 0,0 0 0,0-1 0,0 1 0,0 0 0,0-1 0,0 1 0,-1 0 0,1 0 0,0 0 0,0 0 0,0 0 0,0 0 0,0 0 0,-1 0 0,1 1 0,0-1 0,0 0 0,0 1 0,-2 0 0,-2 1 0,1-1 0,-1 2 0,0-1 0,1 1 0,-1-1 0,1 1 0,0 0 0,0 1 0,-7 6 0,8-6 0,-1 2 0,1-1 0,0 0 0,0 0 0,1 1 0,0 0 0,0-1 0,0 1 0,-2 12 0,4-16 0,0 0 0,-1-1 0,1 1 0,0 0 0,0 0 0,0 0 0,0-1 0,1 1 0,-1 0 0,0 0 0,1 0 0,-1-1 0,1 1 0,0 0 0,-1-1 0,1 1 0,0-1 0,0 1 0,0-1 0,0 1 0,0-1 0,1 1 0,-1-1 0,0 0 0,1 0 0,-1 0 0,0 0 0,1 0 0,0 0 0,-1 0 0,1 0 0,-1 0 0,1-1 0,0 1 0,0-1 0,-1 1 0,4-1 0,3 0 0,0 0 0,0-1 0,0 0 0,0 0 0,0-1 0,-1 0 0,1-1 0,-1 1 0,0-1 0,1-1 0,-1 1 0,-1-1 0,1-1 0,0 1 0,-1-1 0,7-7 0,-8 8 0,-1-1 0,0 1 0,0-1 0,0 1 0,-1-1 0,1 0 0,-1-1 0,-1 1 0,1 0 0,2-7 0,-4 9 0,-1 0 0,1-1 0,-1 1 0,1 0 0,-1 0 0,0-1 0,0 1 0,0 0 0,-1 0 0,1-1 0,-1 1 0,1 0 0,-1 0 0,0 0 0,-1 0 0,1 0 0,0 0 0,-1 0 0,-2-3 0,3 5 0,1-1 0,-1 1 0,0 0 0,0-1 0,0 1 0,0 0 0,-1 0 0,1 0 0,0 0 0,0 0 0,-1 0 0,1 0 0,0 0 0,-1 1 0,1-1 0,-1 0 0,1 1 0,-1-1 0,-2 1 0,3 0 0,0 0 0,0 0 0,0 0 0,0 0 0,0 1 0,0-1 0,0 0 0,0 1 0,0-1 0,0 1 0,0-1 0,0 1 0,1-1 0,-1 1 0,0 0 0,0-1 0,0 1 0,1 0 0,-1 0 0,0-1 0,0 3 0,0-1 0,0-1 0,0 1 0,0 0 0,0 0 0,1 0 0,-1 0 0,1 0 0,-1 0 0,1 0 0,0 0 0,0 0 0,0 0 0,0-1 0,0 1 0,0 0 0,0 0 0,1 0 0,-1 0 0,1 0 0,-1 0 0,1 0 0,0 0 0,0 0 0,0-1 0,0 1 0,0 0 0,0-1 0,3 4 0,-3-5 0,0 1 0,-1 0 0,1-1 0,0 1 0,0-1 0,0 1 0,0-1 0,0 0 0,0 1 0,0-1 0,1 0 0,-1 0 0,0 0 0,0 0 0,0 0 0,0 0 0,0 0 0,0 0 0,0 0 0,0 0 0,0-1 0,0 1 0,0 0 0,0-1 0,0 1 0,0-1 0,0 1 0,0-1 0,0 0 0,0 1 0,0-1 0,0 0 0,-1 1 0,1-1 0,0 0 0,-1 0 0,1 0 0,0 0 0,-1 0 0,1 0 0,0-1 0,3-5 0,1-1 0,-1 1 0,6-16 0,-10 22 0,3-5 0,-1 0 0,1 1 0,-2-1 0,1 0 0,-1 0 0,1 0 0,-2 0 0,1 0 0,-1-1 0,0 1 0,-1-9 0,1 14 0,0 1 0,0-1 0,0 1 0,0-1 0,0 1 0,-1-1 0,1 1 0,0-1 0,0 1 0,-1 0 0,1-1 0,0 1 0,0-1 0,-1 1 0,1 0 0,0-1 0,-1 1 0,1 0 0,-1-1 0,1 1 0,0 0 0,-1 0 0,1 0 0,-1-1 0,1 1 0,-1 0 0,1 0 0,-1 0 0,1 0 0,0 0 0,-1 0 0,1-1 0,-1 1 0,0 1 0,-17 9 0,14-6 0,0 1 0,-1 0 0,2-1 0,-8 12 0,9-11 0,0 0 0,1 1 0,-1-1 0,1 1 0,0-1 0,1 1 0,-1-1 0,1 1 0,0 0 0,0-1 0,1 1 0,0-1 0,0 1 0,0-1 0,0 1 0,1-1 0,0 0 0,0 1 0,1-1 0,-1 0 0,1 0 0,0-1 0,1 1 0,-1-1 0,1 1 0,0-1 0,4 4 0,-1-2 0,-1 0 0,1 0 0,0 0 0,1-1 0,0 0 0,-1 0 0,2-1 0,-1 0 0,0-1 0,1 1 0,-1-2 0,1 1 0,0-1 0,0-1 0,0 1 0,10-1 0,-16-1 0,-1 0 0,0 0 0,0 0 0,0 0 0,0-1 0,0 1 0,1-1 0,-1 1 0,0-1 0,0 0 0,0 0 0,0 0 0,-1 0 0,1 0 0,0 0 0,0-1 0,0 1 0,-1-1 0,1 1 0,-1-1 0,1 1 0,-1-1 0,0 0 0,0 0 0,0 1 0,0-1 0,0 0 0,0 0 0,0 0 0,0 0 0,-1-1 0,1 1 0,-1 0 0,0 0 0,1 0 0,-1-3 0,-1-4 0,1 0 0,-1 0 0,-1 1 0,1-1 0,-1 1 0,-1-1 0,-6-15 0,1 8 0,0 1 0,-1 0 0,0 0 0,-1 1 0,0 0 0,-2 1 0,1 0 0,-2 1 0,0 0 0,0 1 0,-1 1 0,0 0 0,-1 1 0,-24-12 0,35 19 0,1 0 0,-1 1 0,0 0 0,1 0 0,-1 0 0,0 0 0,0 1 0,0 0 0,0 0 0,0 0 0,-6 0 0,9 1 0,0-1 0,-1 1 0,1-1 0,0 1 0,0 0 0,0-1 0,0 1 0,0 0 0,0 0 0,0-1 0,0 1 0,0 0 0,1 0 0,-1 0 0,0 0 0,0 0 0,1 1 0,-1-1 0,1 0 0,-1 0 0,1 0 0,-1 0 0,1 1 0,0-1 0,0 0 0,0 0 0,-1 1 0,1-1 0,0 0 0,0 0 0,1 1 0,-1-1 0,0 0 0,0 0 0,1 1 0,0 1 0,-1-1 0,1 1 0,-1-1 0,1 1 0,0-1 0,0 1 0,0-1 0,0 1 0,1-1 0,-1 0 0,1 0 0,-1 1 0,1-1 0,0 0 0,0 0 0,-1-1 0,4 3 0,-4-3 0,1-1 0,-1 1 0,0 0 0,0-1 0,1 1 0,-1-1 0,1 0 0,-1 1 0,0-1 0,1 0 0,-1 0 0,1 0 0,-1 0 0,1 0 0,-1 0 0,0-1 0,1 1 0,-1 0 0,0-1 0,1 1 0,-1-1 0,0 1 0,1-1 0,-1 0 0,0 1 0,0-1 0,0 0 0,1 0 0,-1 0 0,0 0 0,0 0 0,1-2 0,3-3 0,-1 0 0,1 0 0,-1-1 0,0 0 0,0 0 0,-1 0 0,4-12 0,-6 15 0,0 0 0,1 0 0,-1 0 0,-1 0 0,1 0 0,0 0 0,-1-1 0,0 1 0,0 0 0,0 0 0,-1 0 0,0 0 0,1-1 0,-1 1 0,-3-7 0,4 10 0,-1 0 0,1 1 0,0-1 0,-1 1 0,1-1 0,0 1 0,-1-1 0,1 1 0,0-1 0,-1 1 0,1-1 0,-1 1 0,1 0 0,-1-1 0,1 1 0,-1-1 0,1 1 0,-1 0 0,1 0 0,-1-1 0,0 1 0,1 0 0,-1 0 0,1 0 0,-1 0 0,0 0 0,1 0 0,-1 0 0,-1 0 0,1 0 0,0 1 0,0-1 0,0 1 0,0 0 0,0-1 0,0 1 0,0 0 0,0 0 0,0 0 0,1 0 0,-1 0 0,0 0 0,-1 2 0,-1 1 0,1 1 0,-1 1 0,1-1 0,0 0 0,-2 9 0,3-7-124,1-1 0,0 1 0,0 0 0,0-1 0,1 1 0,0-1-1,0 1 1,1-1 0,0 0 0,4 12 0,4 2-6702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55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563 0 24575,'-16'13'0,"11"-10"0,-23 16 0,1 2 0,0 1 0,1 0 0,-38 46 0,54-56 0,0 0 0,1 1 0,0 0 0,1 0 0,1 1 0,0 0 0,1 1 0,0-1 0,2 1 0,-1 0 0,2 0 0,-4 27 0,7-33 0,1-1 0,-1 1 0,1-1 0,1 1 0,-1-1 0,2 0 0,-1 0 0,1 0 0,0 0 0,0 0 0,1 0 0,0-1 0,1 0 0,0 0 0,0 0 0,0 0 0,1-1 0,0 0 0,0 0 0,1-1 0,-1 1 0,1-1 0,13 7 0,-12-8 0,1 0 0,-1 0 0,1-1 0,-1 0 0,1 0 0,0-1 0,0 0 0,1-1 0,-1 0 0,0 0 0,0-1 0,1-1 0,-1 1 0,0-1 0,0-1 0,0 1 0,0-2 0,0 1 0,0-1 0,-1-1 0,15-7 0,-21 10 0,1 0 0,-1-1 0,0 1 0,0-1 0,0 1 0,0-1 0,0 0 0,0 0 0,0 0 0,-1 0 0,1 0 0,-1 0 0,1-1 0,-1 1 0,2-5 0,-3 5 0,1 0 0,-1 0 0,0 1 0,0-1 0,0 0 0,0 0 0,0 0 0,0 0 0,-1 0 0,1 1 0,-1-1 0,1 0 0,-1 0 0,0 0 0,0 1 0,0-1 0,-1-2 0,-3-1 0,1-1 0,-1 1 0,0 0 0,-1 0 0,1 1 0,-1-1 0,0 1 0,0 1 0,0-1 0,-11-3 0,0 0 0,-1 1 0,-1 0 0,1 2 0,-38-5 0,47 8 0,-1 0 0,1 1 0,-1 0 0,1 0 0,-1 1 0,1 1 0,0 0 0,0 0 0,0 0 0,0 1 0,0 1 0,-9 4 0,17-8 0,0 1 0,-1 0 0,1 0 0,0 0 0,0 0 0,-1 0 0,1 0 0,0 0 0,0 0 0,0 1 0,0-1 0,0 0 0,1 1 0,-2 1 0,2-2 0,-1-1 0,1 1 0,0 0 0,0-1 0,0 1 0,0-1 0,0 1 0,0-1 0,0 1 0,0 0 0,1-1 0,-1 1 0,0-1 0,0 1 0,0-1 0,1 1 0,-1-1 0,0 1 0,0-1 0,1 1 0,-1-1 0,0 1 0,1-1 0,-1 1 0,1-1 0,0 1 0,0 0 0,1-1 0,-1 1 0,1 0 0,-1-1 0,1 1 0,0-1 0,-1 1 0,1-1 0,0 0 0,-1 1 0,1-1 0,0 0 0,-1 0 0,1-1 0,0 1 0,-1 0 0,1 0 0,0-1 0,-1 1 0,1-1 0,-1 0 0,1 1 0,0-1 0,-1 0 0,2-1 0,4-3 0,-1-1 0,0 0 0,0 0 0,-1 0 0,0-1 0,0 1 0,0-1 0,-1-1 0,0 1 0,0-1 0,-1 1 0,0-1 0,3-12 0,-5 16 0,0-1 0,0 0 0,-1 1 0,1-1 0,-1 1 0,0-1 0,0 0 0,-1 1 0,1-1 0,-1 1 0,-2-8 0,2 9 0,-1 1 0,1-1 0,-1 0 0,1 1 0,-1 0 0,0-1 0,1 1 0,-1 0 0,-1 0 0,1 0 0,0 0 0,0 0 0,-1 1 0,1-1 0,-1 1 0,1-1 0,-1 1 0,0 0 0,-4-2 0,-3 1 0,0 1 0,0 0 0,1 0 0,-1 1 0,0 0 0,0 0 0,0 1 0,0 1 0,1 0 0,-1 0 0,1 0 0,-1 2 0,-11 4 0,4 0 0,1 0 0,0 0 0,1 2 0,0 0 0,0 0 0,-19 19 0,27-22 0,1 0 0,-1 1 0,1 0 0,1 0 0,-1 0 0,1 1 0,1-1 0,0 1 0,0 0 0,1 1 0,-3 9 0,5-15 0,0 1 0,1 0 0,-1 0 0,1-1 0,0 1 0,0 0 0,0 0 0,1-1 0,0 1 0,0 0 0,0 0 0,0-1 0,1 1 0,-1-1 0,1 0 0,1 1 0,-1-1 0,0 0 0,1 0 0,0 0 0,0-1 0,0 1 0,1-1 0,4 5 0,-1-4 0,1 1 0,0-1 0,0 0 0,0-1 0,0 1 0,1-2 0,-1 1 0,1-1 0,0-1 0,-1 1 0,1-2 0,0 1 0,0-1 0,0 0 0,0-1 0,-1 0 0,1 0 0,16-6 0,-18 6 0,0-1 0,0 0 0,0-1 0,0 0 0,0 0 0,0 0 0,-1-1 0,1 0 0,-1 0 0,0-1 0,0 0 0,-1 0 0,1 0 0,-1 0 0,0-1 0,-1 0 0,1 0 0,-1 0 0,0-1 0,-1 0 0,0 1 0,4-13 0,-6 13 0,-1 0 0,1 0 0,-1 0 0,-1 0 0,1 0 0,-1 0 0,0 0 0,-1 0 0,1 0 0,-1 1 0,0-1 0,-1 0 0,1 1 0,-1 0 0,0-1 0,0 1 0,-1 0 0,0 1 0,0-1 0,0 1 0,-5-5 0,-8-7 0,-2 0 0,0 0 0,-37-21 0,44 30 0,-55-31 0,62 36 0,0-1 0,-1 1 0,1 0 0,-1 1 0,1-1 0,-1 1 0,0 0 0,0 1 0,0-1 0,-6 1 0,12 0-22,-1 0 0,1 0 0,-1 0 0,1 0 0,-1 0 0,1 0 0,-1 1 0,1-1 0,0 0 0,-1 0 0,1 0 0,-1 1 0,1-1 0,-1 0 0,1 0 0,0 1 0,-1-1 0,1 0 0,0 1 0,-1-1 0,1 0 0,0 1 0,-1-1 0,1 1 0,0-1 0,0 0 0,0 1 0,-1-1 0,1 1 0,0-1 0,0 1 0,0-1 0,0 1 0,0-1 0,0 1-1,0-1 1,0 1 0,0-1 0,0 1 0,0-1 0,0 1 0,0-1 0,0 0 0,0 1 0,1-1 0,-1 1 0,0-1 0,0 1 0,0-1 0,1 0 0,-1 1 0,0-1 0,1 1 0,-1-1 0,0 0 0,1 1 0,-1-1 0,0 0 0,1 0 0,-1 1 0,1-1 0,14 15-6804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55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24575,'-1'3'0,"1"1"0,0-1 0,0 1 0,1-1 0,-1 0 0,1 1 0,0-1 0,0 0 0,0 0 0,0 0 0,0 1 0,1-1 0,-1 0 0,1-1 0,0 1 0,0 0 0,0 0 0,0-1 0,0 1 0,1-1 0,-1 0 0,1 0 0,0 0 0,-1 0 0,1 0 0,0 0 0,0-1 0,0 1 0,5 0 0,6 5 0,1-2 0,1 0 0,-1 0 0,1-2 0,-1 0 0,1 0 0,0-2 0,17 1 0,-21-2 0,-1-1 0,1 0 0,0 0 0,-1-1 0,0 0 0,1-1 0,-1 0 0,0-1 0,-1-1 0,1 1 0,18-13 0,-22 9 0,-20 9 0,-17 8 0,15-2-1365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57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539 434 24575,'-5'-1'0,"0"0"0,0 1 0,1 0 0,-1 0 0,0 0 0,1 1 0,-1-1 0,0 1 0,1 0 0,-1 0 0,1 1 0,-6 2 0,-3 2 0,1 2 0,-1-1 0,2 2 0,-1-1 0,1 2 0,0-1 0,1 1 0,0 1 0,1 0 0,0 1 0,-13 21 0,17-24 0,-1 1 0,1 0 0,0 0 0,1 0 0,0 0 0,1 1 0,0 0 0,1 0 0,0 0 0,1 0 0,0 0 0,0 0 0,2 0 0,-1 0 0,4 19 0,-2-24 0,0-1 0,1 1 0,-1 0 0,1-1 0,1 1 0,-1-1 0,1 0 0,0 0 0,0 0 0,0-1 0,1 0 0,-1 1 0,1-1 0,9 5 0,-12-8 0,0 1 0,1-1 0,0 1 0,-1-1 0,1 0 0,0 0 0,0 0 0,0 0 0,-1 0 0,1-1 0,0 1 0,0-1 0,0 0 0,0 0 0,0 0 0,0 0 0,0-1 0,0 1 0,0-1 0,0 0 0,0 0 0,-1 0 0,1 0 0,0 0 0,-1 0 0,1-1 0,0 1 0,-1-1 0,0 0 0,1 0 0,-1 0 0,2-3 0,-1 3 0,-1-1 0,0-1 0,0 1 0,0 0 0,0 0 0,-1-1 0,0 1 0,1-1 0,-1 1 0,0-1 0,-1 0 0,1 1 0,-1-1 0,1 0 0,-1 0 0,0 1 0,-1-1 0,1 0 0,-1 0 0,1 1 0,-1-1 0,0 0 0,0 1 0,-1-1 0,1 1 0,-4-5 0,0-2 0,0 1 0,-1 0 0,0 1 0,-1-1 0,0 1 0,0 1 0,-1-1 0,-12-8 0,-1 1 0,-1 1 0,-1 1 0,0 1 0,-1 2 0,0 0 0,0 1 0,-1 1 0,0 2 0,-49-7 0,70 12 0,-1 1 0,1-1 0,-1 1 0,0 0 0,1 0 0,-1 0 0,1 1 0,-1-1 0,1 1 0,-1 0 0,1 1 0,-5 1 0,9-3 0,-1 0 0,1 0 0,0 0 0,0 0 0,0 1 0,0-1 0,0 0 0,-1 0 0,1 0 0,0 1 0,0-1 0,0 0 0,0 0 0,0 0 0,0 1 0,0-1 0,0 0 0,0 0 0,0 0 0,0 1 0,0-1 0,0 0 0,0 0 0,0 0 0,0 1 0,0-1 0,0 0 0,0 0 0,0 1 0,0-1 0,0 0 0,0 0 0,0 0 0,0 1 0,0-1 0,0 0 0,1 0 0,-1 0 0,0 0 0,0 1 0,0-1 0,0 0 0,0 0 0,1 0 0,-1 0 0,0 0 0,0 0 0,0 1 0,1-1 0,-1 0 0,0 0 0,0 0 0,0 0 0,1 0 0,-1 0 0,0 0 0,0 0 0,1 0 0,-1 0 0,0 0 0,0 0 0,0 0 0,1 0 0,-1 0 0,0 0 0,20 2 0,-10-3 0,-1-1 0,0 0 0,0-1 0,0 0 0,0 0 0,0-1 0,0 0 0,-1 0 0,0-1 0,0-1 0,0 1 0,-1-1 0,1 0 0,7-10 0,0 0 0,0 0 0,-2-1 0,0-1 0,0-1 0,11-24 0,-13 20 0,-1 0 0,-1-1 0,11-47 0,-17 58 0,0-1 0,-2 0 0,1 1 0,-2-1 0,0 0 0,-1 0 0,0 0 0,-5-22 0,5 32 0,0 0 0,0 0 0,-1 0 0,1 0 0,-1 1 0,1-1 0,-1 1 0,-1-1 0,1 1 0,0 0 0,-1-1 0,1 1 0,-1 1 0,0-1 0,0 0 0,0 1 0,-5-4 0,5 5 0,-1 0 0,1-1 0,-1 1 0,1 1 0,-1-1 0,0 0 0,1 1 0,-1 0 0,0 0 0,1 0 0,-1 0 0,1 1 0,-1-1 0,0 1 0,-5 2 0,-2 1 0,0 1 0,0 0 0,0 1 0,1 0 0,0 1 0,0 0 0,1 1 0,0-1 0,0 2 0,-11 13 0,7-4 0,0 1 0,1 0 0,1 1 0,0 0 0,2 1 0,0 0 0,2 0 0,0 1 0,-4 26 0,8-34 0,1-1 0,0 1 0,1 0 0,1 0 0,0-1 0,1 1 0,0 0 0,1 0 0,1-1 0,0 1 0,1-1 0,0 0 0,1 0 0,0 0 0,1 0 0,9 13 0,-11-21 0,0 0 0,0 0 0,0 0 0,1-1 0,-1 0 0,1 0 0,0 0 0,0 0 0,0-1 0,1 1 0,-1-1 0,1-1 0,0 1 0,0-1 0,0 0 0,0-1 0,0 1 0,0-1 0,1 0 0,-1 0 0,0-1 0,0 0 0,1 0 0,-1-1 0,0 0 0,1 0 0,-1 0 0,0-1 0,0 1 0,0-2 0,0 1 0,-1-1 0,1 1 0,0-2 0,-1 1 0,0-1 0,0 1 0,9-10 0,-6 5 0,0-1 0,0-1 0,-1 1 0,0-1 0,-1 0 0,0-1 0,9-21 0,-13 28 0,0-1 0,0 0 0,-1 0 0,0 1 0,0-1 0,0 0 0,0 0 0,-1 0 0,0 0 0,0 0 0,0 0 0,0 0 0,-1 0 0,0 0 0,0 0 0,0 0 0,-1 1 0,0-1 0,0 0 0,0 1 0,-4-7 0,3 8 0,0 0 0,0 0 0,-1 0 0,1 1 0,-1 0 0,0-1 0,0 1 0,1 0 0,-1 1 0,-1-1 0,1 1 0,0 0 0,0 0 0,0 0 0,-1 0 0,1 1 0,0 0 0,-1 0 0,1 0 0,0 0 0,-1 1 0,1-1 0,-8 3 0,0 0 0,-1 1 0,1 0 0,0 1 0,0 0 0,0 0 0,-19 14 0,22-11 0,0-1 0,0 1 0,1 1 0,0-1 0,0 1 0,1 1 0,-11 19 0,16-25 0,0 0 0,0 1 0,0 0 0,1-1 0,-1 1 0,1 0 0,0 0 0,0 0 0,1 8 0,0-11 0,0 1 0,0 0 0,1-1 0,-1 1 0,1-1 0,0 1 0,0-1 0,0 1 0,0-1 0,0 0 0,0 1 0,1-1 0,-1 0 0,1 0 0,0 0 0,0 0 0,-1 0 0,1-1 0,3 3 0,-4-3 0,1 0 0,-1 1 0,1-1 0,0 0 0,0 0 0,0 0 0,0-1 0,-1 1 0,1 0 0,0-1 0,0 1 0,0-1 0,0 0 0,0 1 0,1-1 0,-1 0 0,0 0 0,0 0 0,0-1 0,0 1 0,0 0 0,2-2 0,-1 1 0,0-1 0,0 1 0,0-1 0,0 0 0,0 0 0,-1 0 0,1-1 0,-1 1 0,1-1 0,-1 1 0,0-1 0,3-4 0,-2 2 0,0-1 0,0 1 0,0-1 0,-1 0 0,1 1 0,-1-1 0,-1 0 0,1-1 0,-1 1 0,0 0 0,-1 0 0,1-1 0,-1 1 0,-1-9 0,-9-4 0,10 19 0,0 0 0,0-1 0,0 1 0,-1 0 0,1-1 0,0 1 0,0 0 0,-1-1 0,1 1 0,0 0 0,-1 0 0,1-1 0,0 1 0,-1 0 0,1 0 0,0-1 0,-1 1 0,1 0 0,-1 0 0,1 0 0,0 0 0,-1 0 0,1 0 0,-1 0 0,1 0 0,0 0 0,-1 0 0,1 0 0,-1 0 0,1 0 0,0 0 0,-1 0 0,1 0 0,-1 0 0,1 0 0,0 0 0,-1 1 0,1-1 0,-1 0 0,1 0 0,-1 1 0,-1 3 0,-1 0 0,1 0 0,0 0 0,0 0 0,0 1 0,1-1 0,0 0 0,-1 1 0,2-1 0,-1 1 0,0 0 0,1 4 0,-1 0 0,1-1 0,0 1 0,0-1 0,1 1 0,1-1 0,1 10 0,-2-15 4,1 0 0,-1 0 0,0-1 0,1 1 0,-1-1 0,1 0 0,0 1 0,0-1 0,0 0 0,0 0-1,0 0 1,0 0 0,0 0 0,1-1 0,-1 1 0,1-1 0,-1 1 0,1-1 0,0 0 0,-1 0 0,1 0 0,0 0 0,0-1 0,0 1 0,0-1-1,0 0 1,-1 1 0,1-1 0,5-1 0,6 0-300,0-1-1,-1-1 0,0 0 1,25-9-1,9-6-6529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3:59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263 268 24575,'-15'20'0,"11"-13"0,0-1 0,0 2 0,1-1 0,-1 0 0,2 1 0,-1-1 0,1 1 0,0 0 0,1 0 0,-1 9 0,1-14 0,1 0 0,0 0 0,1 0 0,-1 0 0,0 0 0,1-1 0,0 1 0,-1 0 0,1 0 0,0 0 0,1-1 0,-1 1 0,0-1 0,1 1 0,-1-1 0,1 1 0,0-1 0,0 0 0,0 0 0,0 0 0,0 0 0,0 0 0,1 0 0,-1-1 0,1 1 0,-1-1 0,1 0 0,-1 1 0,1-1 0,0 0 0,4 1 0,-5-2 0,1 1 0,-1-1 0,0 0 0,0 1 0,1-1 0,-1 0 0,0 0 0,0 0 0,1-1 0,-1 1 0,0-1 0,0 1 0,0-1 0,0 0 0,1 1 0,-1-1 0,0 0 0,0 0 0,-1-1 0,1 1 0,0 0 0,0-1 0,0 1 0,-1-1 0,1 1 0,-1-1 0,1 0 0,-1 0 0,0 0 0,0 0 0,0 0 0,0 0 0,2-4 0,0-2 0,0-1 0,-1 0 0,0 0 0,0 0 0,-1 0 0,0 0 0,0-11 0,-2-4 0,-1 0 0,-1 0 0,-1 1 0,-1-1 0,-11-32 0,12 43 0,-1 1 0,0 1 0,-1-1 0,0 1 0,0 0 0,-1 0 0,-1 1 0,1 0 0,-2 0 0,1 1 0,-20-16 0,26 24 0,1-1 0,-1 1 0,0 0 0,0-1 0,0 1 0,0 0 0,0 1 0,0-1 0,-1 0 0,1 0 0,0 1 0,0-1 0,0 1 0,-1 0 0,1 0 0,0 0 0,-1 0 0,1 0 0,-4 1 0,4 0 0,1 0 0,-1 0 0,0 0 0,0 0 0,1 0 0,-1 1 0,1-1 0,-1 0 0,1 1 0,0-1 0,-1 1 0,1 0 0,0 0 0,0-1 0,0 1 0,0 0 0,-1 3 0,-1 5 0,1 0 0,0 0 0,0 0 0,0 0 0,2 1 0,-1-1 0,2 13 0,0-5 0,1 0 0,0 0 0,1-1 0,1 1 0,1-1 0,1 0 0,0 0 0,1-1 0,10 18 0,-16-32 0,0 0 0,0 0 0,0-1 0,0 1 0,1 0 0,-1 0 0,1-1 0,0 1 0,-1 0 0,1-1 0,0 0 0,0 1 0,0-1 0,0 0 0,0 0 0,0 0 0,0 0 0,0 0 0,0-1 0,0 1 0,1-1 0,2 1 0,-2-2 0,0 1 0,-1-1 0,1 0 0,-1 0 0,1 0 0,-1 0 0,0 0 0,0 0 0,1-1 0,-1 1 0,0-1 0,0 0 0,0 1 0,0-1 0,-1 0 0,3-3 0,4-6 0,0-1 0,-1 0 0,-1 0 0,0 0 0,0-1 0,3-14 0,-8 25 0,-1 0 0,1 1 0,-1-1 0,1 0 0,-1 0 0,1 0 0,-1 1 0,0-1 0,0 0 0,0 0 0,0 0 0,0 0 0,-1 1 0,1-1 0,-1 0 0,1 0 0,-1 0 0,1 1 0,-1-1 0,0 0 0,0 1 0,-2-4 0,1 4 0,1-1 0,-1 1 0,0 0 0,-1 0 0,1-1 0,0 1 0,0 1 0,0-1 0,-1 0 0,1 0 0,0 1 0,-1 0 0,1-1 0,0 1 0,-4 0 0,-7 0 0,-1 2 0,1-1 0,-1 1 0,-24 8 0,17-4 0,-1 1 0,1 1 0,0 0 0,0 2 0,1 0 0,-34 25 0,47-26 0,10-5 0,20-5 0,-3-6 0,-21 4 0,-12 1 0,12 2 0,-1 0 0,1 0 0,-1 0 0,1 0 0,-1 0 0,1 0 0,0 0 0,-1 1 0,1-1 0,-1 1 0,1-1 0,0 1 0,-3 1 0,7 1 0,12-2 0,1-1 0,0-2 0,0 0 0,16-5 0,-26 6 0,-1 0 0,0-1 0,1 0 0,-1 0 0,0 0 0,0 0 0,0-1 0,0 0 0,-1 0 0,1 0 0,-1-1 0,5-4 0,-9 8 0,0 0 0,0 0 0,0 0 0,0 0 0,1 0 0,-1 0 0,0-1 0,0 1 0,0 0 0,0 0 0,0 0 0,0 0 0,1-1 0,-1 1 0,0 0 0,0 0 0,0 0 0,0-1 0,0 1 0,0 0 0,0 0 0,0 0 0,0-1 0,0 1 0,0 0 0,0 0 0,0 0 0,0-1 0,0 1 0,0 0 0,0 0 0,0 0 0,0-1 0,-1 1 0,1 0 0,0 0 0,0 0 0,0-1 0,0 1 0,0 0 0,0 0 0,-1 0 0,1 0 0,0 0 0,0-1 0,0 1 0,0 0 0,-1 0 0,1 0 0,0 0 0,0 0 0,-17-1 0,-16 7 0,-3 8-1365,2 1-5461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00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24575,'0'1'0,"0"0"0,1 0 0,0 0 0,-1-1 0,1 1 0,0 0 0,-1 0 0,1 0 0,0-1 0,0 1 0,0 0 0,-1-1 0,1 1 0,0-1 0,0 1 0,0-1 0,0 1 0,0-1 0,0 1 0,2-1 0,-2 0 0,0 1 0,0-1 0,0 0 0,0 1 0,0-1 0,0 1 0,0-1 0,0 1 0,0-1 0,0 1 0,0-1 0,0 1 0,-1 0 0,1 0 0,0-1 0,0 1 0,-1 0 0,1 0 0,-1 0 0,2 1 0,-3 3 0,0 0 0,1 0 0,-1-1 0,-1 1 0,1 0 0,-4 8 0,-5 13 0,6-10 0,1 0 0,0 0 0,1 0 0,0 0 0,2 1 0,0-1 0,0 0 0,2 1 0,5 23 0,-5-30 0,1-1 0,1 0 0,0 1 0,0-1 0,1-1 0,0 1 0,0-1 0,1 0 0,0 0 0,0 0 0,1-1 0,0 0 0,1 0 0,-1-1 0,1 0 0,17 10 0,-13-10 0,1 0 0,0 0 0,1-1 0,-1-1 0,23 5 0,-30-8 0,0 0 0,-1 0 0,1 0 0,0-1 0,0 0 0,0 0 0,-1-1 0,1 0 0,0 0 0,-1 0 0,1 0 0,0-1 0,-1 0 0,0 0 0,1-1 0,6-3 0,-11 5 0,0 0 0,1-1 0,-1 1 0,0 0 0,0 0 0,0 0 0,0-1 0,0 1 0,0-1 0,0 1 0,0-1 0,-1 1 0,1-1 0,-1 1 0,1-1 0,-1 0 0,0 1 0,1-1 0,-1 0 0,0 1 0,0-1 0,0 0 0,0 1 0,0-1 0,-1 0 0,1 1 0,-1-4 0,-2-3 0,-1 0 0,0 0 0,0 0 0,-7-10 0,-7-14 0,18 29 0,0 0 0,1 0 0,-1 0 0,1 0 0,-1 0 0,1 0 0,0 0 0,0 0 0,0 0 0,1 0 0,-1 1 0,0-1 0,1 1 0,0-1 0,0 1 0,4-5 0,0-2 0,35-49 0,53-89 0,-90 137 0,-9 12 0,-10 18 0,5-4 0,1 1 0,0 0 0,2 0 0,-7 22 0,10-28 0,1-1 0,1 1 0,0 0 0,1 0 0,0 0 0,0 0 0,1 0 0,2 19 0,-1-27 0,-1-1 0,1 0 0,-1 1 0,1-1 0,0 0 0,0 0 0,0 0 0,0 1 0,0-1 0,0 0 0,1 0 0,-1-1 0,1 1 0,0 0 0,1 2 0,-2-4 0,1 1 0,-1 0 0,0-1 0,0 1 0,0-1 0,1 1 0,-1-1 0,0 1 0,0-1 0,1 0 0,-1 0 0,0 0 0,1 0 0,-1 0 0,0 0 0,1 0 0,-1 0 0,0 0 0,1 0 0,0-1 0,1 0 0,-1 0 0,0-1 0,1 1 0,-1 0 0,0-1 0,0 0 0,0 1 0,0-1 0,0 0 0,-1 0 0,1 0 0,0 0 0,-1 0 0,0 0 0,1-1 0,-1 1 0,0 0 0,0-1 0,0 1 0,-1-1 0,1 1 0,-1-1 0,1 0 0,-1 1 0,0-1 0,0-2 0,0-2 0,-1 0 0,-1 0 0,1 0 0,-5-11 0,4 13 0,0 0 0,1 0 0,-1 0 0,1 0 0,0 0 0,1 0 0,-1-1 0,1-7 0,2 10-22,0 1-1,0 0 0,-1 0 0,1 0 1,0 0-1,1 0 0,-1 1 0,0-1 1,0 1-1,1-1 0,-1 1 0,1 0 1,-1 0-1,1 0 0,-1 0 0,4 0 1,3-3-957,17-7-5847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02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36 126 24575,'-1'7'0,"0"0"0,0 0 0,0 1 0,-1-1 0,-4 9 0,-4 19 0,5-3 0,1 0 0,1 1 0,2-1 0,1 1 0,2-1 0,8 51 0,-7-70 0,1 1 0,0-1 0,1 0 0,0 0 0,1-1 0,0 0 0,15 21 0,-15-25 0,0-1 0,1 0 0,0 0 0,0 0 0,1-1 0,0 0 0,0-1 0,0 0 0,1 0 0,0 0 0,0-1 0,9 3 0,-4-4 0,-1 0 0,1 0 0,-1-2 0,1 0 0,0 0 0,-1-1 0,1-1 0,0 0 0,-1-1 0,1 0 0,-1-1 0,1-1 0,-1 0 0,0 0 0,-1-2 0,1 0 0,-1 0 0,0-1 0,-1 0 0,1-1 0,-1 0 0,-1-1 0,17-18 0,-24 24 0,-1 0 0,1-1 0,-1 1 0,0 0 0,0-1 0,0 1 0,-1-1 0,1 0 0,-1 0 0,0 1 0,0-1 0,0 0 0,-1 0 0,1 0 0,-1 0 0,0 0 0,0 0 0,0 0 0,-2-5 0,1 5 0,0 1 0,0 0 0,-1 0 0,1 1 0,-1-1 0,0 0 0,0 0 0,0 1 0,0-1 0,0 1 0,-1 0 0,1 0 0,-1-1 0,1 2 0,-1-1 0,0 0 0,0 0 0,0 1 0,0 0 0,0-1 0,0 1 0,0 0 0,-5 0 0,3 0 0,1 0 0,0 0 0,0 1 0,0-1 0,0 1 0,0 0 0,0 1 0,0-1 0,0 1 0,-1-1 0,1 1 0,0 1 0,1-1 0,-1 0 0,0 1 0,0 0 0,-5 3 0,7-3 0,0 0 0,0-1 0,1 1 0,-1 0 0,1 0 0,-1 0 0,1 0 0,0 0 0,0 0 0,0 0 0,0 1 0,0-1 0,0 0 0,1 0 0,-1 1 0,1-1 0,-1 1 0,1-1 0,0 0 0,0 1 0,0-1 0,0 1 0,1-1 0,-1 0 0,0 1 0,1-1 0,0 0 0,0 1 0,0-1 0,2 4 0,-1-1 0,1 0 0,-1-1 0,1 1 0,0-1 0,1 1 0,5 5 0,-9-10 0,1 1 0,-1 0 0,1-1 0,0 1 0,-1 0 0,1-1 0,0 1 0,0-1 0,-1 1 0,1-1 0,0 1 0,0-1 0,0 0 0,0 1 0,0-1 0,-1 0 0,1 0 0,0 1 0,0-1 0,0 0 0,0 0 0,0 0 0,0 0 0,0 0 0,0-1 0,0 1 0,0 0 0,-1 0 0,1 0 0,0-1 0,0 1 0,0-1 0,0 1 0,0 0 0,-1-1 0,1 0 0,0 1 0,-1-1 0,1 1 0,0-1 0,-1 0 0,1 1 0,0-1 0,-1 0 0,1-1 0,2-3 0,-1 0 0,1-1 0,-1 0 0,-1 1 0,1-1 0,-1 0 0,0 0 0,0 0 0,-1 0 0,1 0 0,-1 0 0,-1 0 0,1 0 0,-1 0 0,0 0 0,0 0 0,-3-6 0,0-1 0,-1-1 0,0 1 0,0 1 0,-2-1 0,0 1 0,-11-17 0,14 24 0,0-1 0,0 1 0,-1 0 0,1 1 0,-1-1 0,0 1 0,0-1 0,-1 1 0,1 1 0,-1-1 0,0 1 0,0 0 0,0 1 0,-11-4 0,16 5 0,1 1 0,-1 0 0,0 0 0,0-1 0,0 1 0,0 0 0,0 0 0,1 0 0,-1 0 0,0 0 0,0 0 0,0 0 0,0 1 0,0-1 0,1 0 0,-1 0 0,0 1 0,0-1 0,0 0 0,1 1 0,-1-1 0,0 1 0,1-1 0,-1 1 0,0-1 0,-1 2 0,2-1 0,0 0 0,0 0 0,-1 1 0,1-1 0,0 0 0,0 0 0,0 0 0,0 0 0,0 1 0,1-1 0,-1 0 0,0 0 0,0 0 0,1 0 0,-1 0 0,2 2 0,1 3 0,0 0 0,0 0 0,1-1 0,0 0 0,0 0 0,5 6 0,-3-7 0,0 1 0,0-1 0,0-1 0,1 1 0,-1-1 0,1 0 0,0-1 0,-1 1 0,1-1 0,11 1 0,-15-2 0,0 0 0,1-1 0,-1 0 0,0 0 0,1 0 0,-1 0 0,0 0 0,1 0 0,-1-1 0,0 0 0,0 0 0,1 0 0,-1 0 0,0 0 0,0 0 0,0-1 0,0 0 0,-1 1 0,1-1 0,0 0 0,-1 0 0,1-1 0,-1 1 0,4-5 0,-5 6 0,0-1 0,0 1 0,-1 0 0,1-1 0,0 1 0,-1-1 0,1 1 0,-1-1 0,1 1 0,-1-1 0,0 0 0,0 1 0,0-1 0,0 1 0,0-1 0,0 1 0,0-1 0,0 0 0,-1 1 0,1-1 0,-1 1 0,0-3 0,-1 1 0,0 0 0,0 0 0,0 0 0,0 0 0,-1 1 0,1-1 0,-1 1 0,1-1 0,-7-3 0,0 0 0,-1 1 0,0 0 0,-1 0 0,1 1 0,-18-5 0,-24 2 0,51 3 0,7-3 0,16-10 0,-13 10 0,9-7 0,-1-2 0,-1 0 0,21-25 0,-34 37 0,1-1 0,0 0 0,-1 0 0,0 0 0,0 0 0,0 0 0,-1-1 0,1 0 0,-2 1 0,1-1 0,0 0 0,-1 0 0,0 0 0,-1 1 0,1-1 0,-1 0 0,0 0 0,-1-9 0,0 13-50,0 0-1,1 0 1,-1 0-1,0 0 0,0 0 1,0 0-1,0 0 1,-1 0-1,1 0 1,0 0-1,-1 1 0,1-1 1,-1 0-1,0 1 1,1 0-1,-1-1 1,0 1-1,0 0 0,0 0 1,0 0-1,0 0 1,0 0-1,0 0 1,-1 1-1,1-1 1,-4 0-1,-7 1-6775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03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21 24575,'-1'-3'0,"1"-3"0,-7 12 0,1 5 0,0 1 0,0 0 0,1 1 0,1-1 0,0 1 0,1 0 0,0 0 0,1 0 0,-1 21 0,0-7 0,-3 21 0,2 0 0,3 77 0,1-111 0,2 1 0,-1-1 0,2 0 0,0 0 0,1 0 0,0 0 0,1 0 0,0-1 0,1 1 0,1-2 0,0 1 0,1-1 0,10 13 0,-16-22 0,1 0 0,0 0 0,0 0 0,0 0 0,0-1 0,0 1 0,1-1 0,-1 0 0,1 0 0,-1 0 0,1 0 0,0 0 0,0-1 0,0 0 0,-1 0 0,2 0 0,-1 0 0,0-1 0,0 1 0,0-1 0,0 0 0,0 0 0,0-1 0,0 1 0,0-1 0,0 0 0,0 0 0,0 0 0,0-1 0,6-2 0,0-2 0,-2 0 0,1 0 0,-1-1 0,0 0 0,0-1 0,-1 1 0,0-1 0,0-1 0,-1 1 0,11-20 0,-6 8 0,-1-2 0,-1 1 0,-1-2 0,0 1 0,-2-1 0,-1 0 0,0 0 0,-2 0 0,-1-1 0,-1-38 0,-1 54 0,-1 0 0,0 0 0,-1 1 0,0-1 0,0 0 0,-1 1 0,0-1 0,-5-9 0,7 14 0,-1 1 0,1 0 0,-1 0 0,1 0 0,-1 0 0,0 0 0,0 1 0,1-1 0,-1 0 0,-1 1 0,1-1 0,0 1 0,0 0 0,0 0 0,-1 0 0,1 0 0,-1 0 0,1 0 0,-1 1 0,1-1 0,-1 1 0,1 0 0,-1 0 0,1 0 0,-1 0 0,0 0 0,1 0 0,-5 2 0,-1 0 0,0 1 0,1 1 0,-1-1 0,1 1 0,0 0 0,0 1 0,0 0 0,1 0 0,-1 0 0,1 1 0,1 0 0,-1 0 0,1 1 0,0-1 0,0 1 0,1 0 0,-6 12 0,3-5 0,1 1 0,0 0 0,1 0 0,0 0 0,1 1 0,1-1 0,0 1 0,0 20 0,3-28 0,1 0 0,0 0 0,0 0 0,0 0 0,4 10 0,-5-17 0,1 1 0,0-1 0,-1 1 0,1-1 0,0 1 0,0-1 0,-1 0 0,1 1 0,0-1 0,0 0 0,1 0 0,-1 0 0,0 0 0,2 2 0,-2-3 0,0 0 0,0 0 0,-1 1 0,1-1 0,0 0 0,0 0 0,0 0 0,0 0 0,0 0 0,0 0 0,0 0 0,0 0 0,0 0 0,0-1 0,0 1 0,0 0 0,0-1 0,0 1 0,0-1 0,-1 1 0,1-1 0,0 1 0,0-1 0,-1 1 0,3-2 0,0-2 0,0 1 0,1-1 0,-1 0 0,0 0 0,-1 0 0,1 0 0,-1 0 0,1 0 0,-1-1 0,1-5 0,12-52 0,-12 42 0,-1 0 0,-1 0 0,-1 0 0,-1 0 0,0 0 0,-2 0 0,0 0 0,-2 0 0,-9-29 0,11 41 0,0 0 0,-1 0 0,0 0 0,0 0 0,0 1 0,-1-1 0,0 1 0,-1 0 0,0 1 0,0 0 0,0 0 0,-1 0 0,1 0 0,-2 1 0,1 0 0,0 1 0,-1 0 0,0 0 0,0 0 0,0 1 0,0 0 0,-1 1 0,1 0 0,-11-2 0,13 4 0,-1 0 0,0 0 0,1 0 0,-1 1 0,0 0 0,1 0 0,-1 1 0,1 0 0,-1 0 0,-8 4 0,14-5 0,-1-1 0,1 1 0,-1 0 0,1 0 0,-1 0 0,1 0 0,0 0 0,-1 0 0,1 1 0,0-1 0,0 0 0,0 0 0,0 1 0,0-1 0,0 1 0,0-1 0,1 1 0,-1 0 0,0-1 0,1 1 0,-1-1 0,1 1 0,0 0 0,-1 0 0,1-1 0,0 1 0,0 0 0,0-1 0,1 1 0,-1 0 0,0 0 0,0-1 0,1 1 0,-1-1 0,1 1 0,0 0 0,-1-1 0,1 1 0,0-1 0,0 1 0,0-1 0,0 0 0,0 1 0,3 1 0,0 2 0,0 0 0,1 0 0,0-1 0,0 0 0,0 0 0,1 0 0,-1-1 0,1 0 0,0 0 0,0 0 0,0-1 0,0 0 0,0 0 0,0 0 0,1-1 0,-1 0 0,1 0 0,-1 0 0,1-1 0,-1 0 0,1-1 0,11-1 0,-10 1 0,0-1 0,0 0 0,-1 0 0,1 0 0,-1-1 0,0 0 0,1-1 0,-1 1 0,-1-1 0,1-1 0,-1 1 0,1-1 0,-1 0 0,-1-1 0,1 1 0,-1-1 0,0 0 0,7-11 0,-11 16 0,0-1 0,0 1 0,-1 0 0,1-1 0,0 1 0,0-1 0,-1 1 0,1 0 0,-1-1 0,0 0 0,1 1 0,-1-1 0,0 1 0,0-1 0,0 1 0,0-1 0,0 0 0,0 1 0,-1-1 0,1 1 0,0-1 0,-1 1 0,1-1 0,-1 1 0,0-1 0,1 1 0,-2-2 0,1 2 0,-1 0 0,1 1 0,0-1 0,-1 1 0,1-1 0,0 1 0,-1 0 0,1-1 0,-1 1 0,1 0 0,-1 0 0,1 0 0,-1 0 0,1 0 0,-1 1 0,1-1 0,0 0 0,-1 1 0,1-1 0,-1 1 0,1-1 0,0 1 0,-1-1 0,1 1 0,0 0 0,0 0 0,0 0 0,-1 0 0,0 1 0,-3 2 0,-1 0 0,1 1 0,-1 0 0,2 0 0,-1 0 0,0 1 0,1 0 0,0 0 0,-5 10 0,8-14 0,0 0 0,0 0 0,0 0 0,1 0 0,-1 0 0,1 0 0,-1 1 0,1-1 0,0 0 0,-1 0 0,1 0 0,1 1 0,-1-1 0,0 0 0,0 0 0,1 0 0,-1 0 0,1 0 0,0 0 0,-1 0 0,1 0 0,0 0 0,0 0 0,0 0 0,1 0 0,-1 0 0,0-1 0,1 1 0,-1 0 0,1-1 0,0 1 0,-1-1 0,1 0 0,0 0 0,2 2 0,7 1-136,-1 0-1,1 0 1,-1-1-1,1 0 1,0-1-1,0 0 1,0-1-1,0 0 0,16-2 1,9 0-6690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05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257 475 24575,'-1'-1'0,"1"0"0,-1 1 0,1-1 0,-1 0 0,1 0 0,-1 1 0,0-1 0,1 0 0,-1 1 0,0-1 0,0 1 0,1-1 0,-1 1 0,0-1 0,0 1 0,0 0 0,0-1 0,1 1 0,-1 0 0,0 0 0,0-1 0,0 1 0,0 0 0,0 0 0,0 0 0,0 0 0,0 0 0,-1 1 0,-35 0 0,34-1 0,-14 1 0,-44 6 0,58-7 0,0 1 0,0 0 0,0 0 0,0 0 0,0 0 0,1 0 0,-1 0 0,0 1 0,0-1 0,1 1 0,-1 0 0,1 0 0,0 0 0,-1 0 0,-3 5 0,6-7 0,0 1 0,-1 0 0,1-1 0,0 1 0,0 0 0,0-1 0,-1 1 0,1 0 0,0-1 0,0 1 0,0 0 0,0-1 0,0 1 0,0 0 0,0 0 0,0-1 0,0 1 0,1 0 0,-1-1 0,0 1 0,0 0 0,0-1 0,1 1 0,-1-1 0,1 1 0,-1 0 0,0-1 0,1 1 0,-1-1 0,1 1 0,-1-1 0,1 1 0,-1-1 0,1 1 0,-1-1 0,1 0 0,0 1 0,-1-1 0,1 0 0,0 1 0,-1-1 0,1 0 0,0 0 0,-1 0 0,1 0 0,1 0 0,34 6 0,-29-7 0,-1-1 0,1 0 0,-1 0 0,0 0 0,0 0 0,0-1 0,0 0 0,0-1 0,0 1 0,-1-1 0,1 0 0,-1 0 0,0-1 0,-1 0 0,1 0 0,-1 0 0,0 0 0,4-7 0,-6 9 0,0 0 0,0 0 0,-1-1 0,1 1 0,-1-1 0,0 0 0,1 1 0,-2-1 0,1 0 0,0 1 0,-1-1 0,0 0 0,0 0 0,0-5 0,-1 7 0,0-1 0,0 0 0,0 0 0,0 0 0,0 1 0,-1-1 0,1 0 0,-1 1 0,0 0 0,1-1 0,-1 1 0,0 0 0,-1 0 0,1 0 0,0 0 0,0 0 0,-1 0 0,1 1 0,-1-1 0,-4-1 0,-1 0 0,1 0 0,-1 1 0,0 0 0,0 0 0,-1 0 0,1 1 0,0 1 0,0-1 0,-15 2 0,16-1 0,1 1 0,-1 0 0,0 0 0,1 1 0,-1 0 0,1 0 0,0 0 0,-1 1 0,1 0 0,0 0 0,1 1 0,-9 5 0,13-8 0,0 0 0,0 0 0,0 0 0,0 0 0,0 0 0,0 0 0,0 1 0,0-1 0,0 0 0,1 0 0,-1 1 0,1-1 0,-1 0 0,1 1 0,-1-1 0,1 0 0,0 1 0,-1 2 0,1-3 0,1 0 0,-1 0 0,0 0 0,0 0 0,1 0 0,-1-1 0,1 1 0,-1 0 0,1 0 0,-1 0 0,1 0 0,-1 0 0,1-1 0,0 1 0,-1 0 0,1-1 0,0 1 0,0 0 0,0-1 0,1 1 0,0 1 0,0-2 0,0 1 0,0 0 0,1 0 0,-1-1 0,0 1 0,0-1 0,1 1 0,-1-1 0,0 0 0,1 0 0,-1 0 0,0 0 0,1-1 0,-1 1 0,0-1 0,0 1 0,1-1 0,-1 0 0,0 0 0,0 0 0,3-2 0,1-2 0,0-1 0,0 0 0,0 0 0,-1 0 0,0-1 0,-1 1 0,1-1 0,-1-1 0,0 1 0,4-13 0,-7 17 0,1-1 0,-1 0 0,1 0 0,-1 0 0,-1 0 0,1 0 0,0 0 0,-1 0 0,0 0 0,0 0 0,0 0 0,0 0 0,-1 0 0,1 0 0,-1 0 0,0 0 0,-1 0 0,1 0 0,-1 0 0,1 1 0,-1-1 0,0 0 0,-3-3 0,4 6 0,1 1 0,-1-1 0,0 0 0,1 1 0,-1-1 0,0 1 0,1-1 0,-1 1 0,0-1 0,0 1 0,0-1 0,0 1 0,0 0 0,1-1 0,-1 1 0,0 0 0,-1 0 0,1 0 0,1 0 0,0 0 0,-1 0 0,1 0 0,-1 0 0,1 0 0,0 0 0,-1 0 0,1 1 0,0-1 0,-1 0 0,1 0 0,0 0 0,-1 1 0,1-1 0,0 0 0,-1 0 0,1 1 0,0-1 0,0 0 0,-1 1 0,1-1 0,0 0 0,0 1 0,-1 0 0,1-1 0,0 1 0,0-1 0,0 1 0,0 0 0,0-1 0,0 1 0,0-1 0,0 1 0,0 0 0,0-1 0,0 1 0,1-1 0,-1 1 0,0-1 0,0 1 0,1 0 0,-1-1 0,0 1 0,0-1 0,1 1 0,-1-1 0,1 0 0,-1 1 0,0-1 0,1 1 0,-1-1 0,1 0 0,-1 1 0,1-1 0,-1 0 0,1 1 0,-1-1 0,1 0 0,0 0 0,-1 0 0,1 1 0,-1-1 0,1 0 0,0 0 0,-1 0 0,1 0 0,-1 0 0,1 0 0,0 0 0,0 0 0,3-1 0,0 0 0,0 0 0,1 0 0,-1 0 0,0-1 0,0 0 0,-1 0 0,1 0 0,0 0 0,-1 0 0,1-1 0,-1 1 0,0-1 0,1 0 0,-1 0 0,-1 0 0,4-5 0,4-4 0,-1-1 0,0 0 0,9-20 0,-15 26 0,0 0 0,0-1 0,-1 1 0,0-1 0,0 0 0,-1 0 0,0 1 0,0-1 0,-1-13 0,0 19 0,0 1 0,0-1 0,-1 0 0,1 0 0,-1 0 0,1 0 0,-1 0 0,0 0 0,0 1 0,0-1 0,0 0 0,0 1 0,0-1 0,0 0 0,0 1 0,-1-1 0,-1-1 0,1 2 0,-1 0 0,1 0 0,0 0 0,0 1 0,0-1 0,0 1 0,-1-1 0,1 1 0,0 0 0,0 0 0,-1 0 0,1 0 0,0 0 0,0 0 0,-1 1 0,1-1 0,0 1 0,0 0 0,-3 0 0,-3 3 0,1-1 0,-1 1 0,1 0 0,0 0 0,-11 9 0,15-12 0,1 1 0,0-1 0,0 1 0,0 0 0,1 0 0,-1-1 0,0 1 0,1 0 0,-1 1 0,1-1 0,-1 0 0,1 0 0,0 0 0,0 1 0,0-1 0,0 1 0,1-1 0,-1 1 0,1-1 0,-1 1 0,1-1 0,0 4 0,0-5 0,1 0 0,-1 0 0,1 0 0,0 0 0,-1 0 0,1 0 0,0-1 0,-1 1 0,1 0 0,0 0 0,0 0 0,0-1 0,0 1 0,0-1 0,0 1 0,0-1 0,0 1 0,0-1 0,0 1 0,0-1 0,0 0 0,0 1 0,0-1 0,0 0 0,0 0 0,1 0 0,-1 0 0,0 0 0,0 0 0,0 0 0,0-1 0,2 1 0,36-9 0,-25 3 17,-1 0 0,0 0 0,0-1-1,16-13 1,14-7-1466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4:07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139 210 24575,'-19'5'0,"17"-5"0,0 0 0,0 0 0,1 1 0,-1-1 0,0 0 0,1 1 0,-1-1 0,0 1 0,1 0 0,-1 0 0,1-1 0,-1 1 0,1 0 0,0 0 0,-1 1 0,-1 0 0,1 2 0,0 0 0,0 0 0,0-1 0,1 1 0,-1 0 0,1 1 0,0-1 0,0 0 0,1 0 0,-1 0 0,1 1 0,0-1 0,0 0 0,0 1 0,0-1 0,1 0 0,0 0 0,0 1 0,0-1 0,0 0 0,1 0 0,2 5 0,-2-6 0,-1 0 0,0 0 0,1 0 0,0-1 0,0 1 0,0 0 0,0-1 0,0 0 0,0 1 0,1-1 0,-1 0 0,1 0 0,3 2 0,-4-3 0,0 0 0,0-1 0,0 1 0,0-1 0,0 1 0,-1-1 0,1 0 0,0 0 0,0 0 0,0 0 0,0 0 0,0 0 0,0-1 0,0 1 0,0 0 0,0-1 0,0 0 0,-1 1 0,1-1 0,0 0 0,0 0 0,-1 0 0,3-2 0,1-1 0,0-1 0,0 0 0,-1 0 0,1 0 0,-1-1 0,-1 1 0,1-1 0,-1 0 0,0 0 0,0 0 0,-1 0 0,1-1 0,-1 1 0,-1-1 0,1 0 0,0-9 0,-1 0 0,1 0 0,-2 0 0,0 0 0,-1 0 0,-5-29 0,4 37 0,-1 0 0,1 1 0,-1-1 0,-1 1 0,1-1 0,-1 1 0,-1 0 0,1 1 0,-1-1 0,0 1 0,-1 0 0,1 0 0,-1 0 0,-8-5 0,12 9 0,-1 0 0,0 1 0,0-1 0,0 1 0,0-1 0,0 1 0,0 0 0,0 0 0,0 0 0,0 0 0,-1 1 0,1-1 0,0 1 0,-1 0 0,1 0 0,0 0 0,0 1 0,-1-1 0,1 1 0,0-1 0,0 1 0,-1 0 0,1 0 0,0 1 0,0-1 0,0 1 0,1-1 0,-1 1 0,0 0 0,0 0 0,1 0 0,0 0 0,-1 1 0,1-1 0,0 1 0,-3 5 0,0-1 0,0 0 0,1 1 0,1-1 0,-1 1 0,1 0 0,0 0 0,1 0 0,0 1 0,1-1 0,-1 1 0,1-1 0,1 1 0,0-1 0,1 13 0,0-12 0,0 1 0,0-1 0,1 1 0,0-1 0,1 0 0,0 0 0,0 0 0,1 0 0,1 0 0,-1-1 0,1 1 0,10 11 0,-13-17 0,0-1 0,1 0 0,-1 1 0,0-1 0,1 0 0,0 0 0,-1-1 0,1 1 0,0-1 0,0 1 0,0-1 0,0 0 0,0 0 0,0 0 0,0 0 0,0-1 0,0 1 0,0-1 0,1 0 0,-1 0 0,0 0 0,0 0 0,0 0 0,1-1 0,-1 0 0,0 1 0,0-1 0,0 0 0,4-3 0,-3 2 0,-1 0 0,0 0 0,0 0 0,0-1 0,0 1 0,0-1 0,0 0 0,-1 0 0,0 0 0,1 0 0,-1 0 0,0-1 0,0 1 0,-1-1 0,1 1 0,-1-1 0,0 0 0,0 0 0,0 1 0,0-1 0,0 0 0,-1 0 0,0-7 0,0 9 0,0 0 0,-1 1 0,1-1 0,0 0 0,-1 1 0,1-1 0,-1 0 0,0 1 0,1-1 0,-1 1 0,0-1 0,0 1 0,0 0 0,0-1 0,0 1 0,-2-2 0,2 3 0,1-1 0,0 1 0,-1 0 0,1 0 0,0 0 0,-1-1 0,1 1 0,0 0 0,-1 0 0,1 0 0,-1 0 0,1 0 0,0 0 0,-1 0 0,1-1 0,-1 1 0,1 0 0,0 1 0,-1-1 0,1 0 0,-1 0 0,1 0 0,0 0 0,-1 0 0,0 0 0,0 1 0,1 0 0,-1-1 0,0 1 0,1 0 0,-1 0 0,1-1 0,-1 1 0,1 0 0,-1 0 0,1 0 0,-1 0 0,1 0 0,0 0 0,-1 0 0,1 1 0,-1 0 0,1 0 0,-1 0 0,1 0 0,-1-1 0,1 1 0,0 0 0,0 0 0,0 0 0,0 0 0,0 0 0,0-1 0,1 1 0,-1 0 0,0 0 0,1 0 0,0 0 0,-1-1 0,1 1 0,0 0 0,0-1 0,0 1 0,0-1 0,0 1 0,0-1 0,0 1 0,1-1 0,-1 0 0,0 1 0,1-1 0,2 1 0,-2-1 0,-1-1 0,1 1 0,0-1 0,0 0 0,0 0 0,0 1 0,0-2 0,0 1 0,0 0 0,0 0 0,0 0 0,0-1 0,0 1 0,0-1 0,-1 0 0,1 0 0,0 1 0,0-1 0,-1 0 0,1 0 0,0-1 0,-1 1 0,1 0 0,-1 0 0,0-1 0,1 1 0,-1-1 0,2-2 0,1-1-23,-7 12 109,-3 5-1514,2 0-5398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6:31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42 24575,'-8'19'0,"-29"66"0,5 1 0,-27 110 0,49-153 0,2 1 0,2 0 0,2 0 0,2 0 0,1 0 0,11 81 0,-8-112 0,0 0 0,1 0 0,1 0 0,0-1 0,1 0 0,0 0 0,11 18 0,-14-27 0,0-1 0,-1 0 0,1 1 0,0-1 0,0 0 0,1 0 0,-1 0 0,0 0 0,1-1 0,-1 1 0,1-1 0,0 1 0,-1-1 0,1 0 0,5 2 0,-4-3 0,-1 0 0,0 0 0,0 0 0,1-1 0,-1 1 0,0-1 0,0 0 0,1 1 0,-1-1 0,0-1 0,0 1 0,0 0 0,0-1 0,0 0 0,-1 1 0,1-1 0,4-4 0,1-2 0,0 0 0,0 0 0,-1-1 0,0 0 0,-1 0 0,1-1 0,-2 0 0,0 0 0,0 0 0,-1-1 0,0 0 0,0 1 0,-1-1 0,-1-1 0,2-19 0,-1-2 0,-2-1 0,-1 1 0,-1-1 0,-7-35 0,1 26 0,-1 1 0,-3-1 0,-1 1 0,-2 1 0,-2 0 0,-40-72 0,55 111 0,0 1 0,0-1 0,1 1 0,-1 0 0,0-1 0,0 1 0,-1 0 0,1 0 0,0-1 0,0 1 0,0 0 0,-1 0 0,1 1 0,-1-1 0,1 0 0,-1 0 0,1 1 0,-1-1 0,1 1 0,-4-1 0,4 1 0,-1 0 0,1 0 0,-1 0 0,0 1 0,1-1 0,-1 1 0,1-1 0,0 1 0,-1 0 0,1 0 0,-1-1 0,1 1 0,0 0 0,-1 0 0,1 0 0,0 0 0,-1 2 0,-4 4 0,1 0 0,1 0 0,-1 0 0,1 0 0,0 1 0,-4 13 0,0 8 0,1 0 0,2 0 0,1 1 0,1-1 0,1 1 0,2 0 0,4 35 0,-3-59 0,0 0 0,-1 0 0,2 0 0,-1-1 0,1 1 0,0 0 0,0-1 0,1 1 0,4 7 0,-6-11 0,0-1 0,0 0 0,0 0 0,0 0 0,0 0 0,0 0 0,0-1 0,0 1 0,0 0 0,0 0 0,1-1 0,-1 1 0,0-1 0,1 1 0,-1-1 0,0 0 0,1 1 0,1-1 0,-1 0 0,0 0 0,1-1 0,-1 1 0,1 0 0,-1-1 0,0 0 0,0 0 0,1 0 0,-1 0 0,0 0 0,0 0 0,0 0 0,0-1 0,2-1 0,9-9 0,0 0 0,0-1 0,-2-1 0,0 0 0,0 0 0,-1-1 0,-1 0 0,0-1 0,-1 0 0,-1-1 0,9-30 0,-15 42 0,0 1 0,0 0 0,-1-1 0,1 1 0,-1 0 0,0-1 0,-1 1 0,1 0 0,-1-1 0,1 1 0,-1 0 0,-1 0 0,1-1 0,0 1 0,-1 0 0,0 0 0,-4-6 0,2 5 0,0 0 0,-1 0 0,1 0 0,-1 1 0,0 0 0,-1 0 0,1 0 0,-1 0 0,0 1 0,-10-4 0,-2 0 0,0 1 0,0 1 0,-1 1 0,1 0 0,-1 2 0,0 0 0,-25 1 0,42 1 0,0 0 0,-1 0 0,1 1 0,0-1 0,0 1 0,-1-1 0,1 1 0,0 0 0,0 0 0,0 0 0,0 0 0,0 0 0,0 0 0,0 1 0,0-1 0,1 1 0,-1-1 0,0 1 0,1 0 0,-1 0 0,1 0 0,0 0 0,0 0 0,0 0 0,0 0 0,0 0 0,0 0 0,0 0 0,0 0 0,0 3 0,-1 7 0,0 0 0,1 0 0,0 0 0,2 18 0,-1-28 0,1 30 0,1-1 0,2 0 0,1 0 0,1 0 0,2 0 0,13 32 0,-20-59 0,1 0 0,0-1 0,0 1 0,0-1 0,0 0 0,0 0 0,1 0 0,-1 0 0,1 0 0,0 0 0,0-1 0,0 1 0,0-1 0,4 2 0,-6-3 0,1 0 0,0-1 0,0 0 0,-1 1 0,1-1 0,0 0 0,0 0 0,-1 0 0,1 0 0,0 0 0,0 0 0,-1 0 0,1-1 0,0 1 0,0-1 0,-1 1 0,1-1 0,0 1 0,-1-1 0,1 0 0,-1 0 0,1 0 0,-1 0 0,1 0 0,-1 0 0,0-1 0,1 1 0,-1 0 0,0-1 0,0 1 0,0-1 0,1-2 0,9-13 0,-2-1 0,0 1 0,-1-1 0,0-1 0,-2 0 0,0 0 0,4-26 0,-3 1 0,-1 0 0,-1-55 0,-5 70 0,-2 1 0,-7-44 0,7 60 0,0 1 0,-1 0 0,-1 0 0,0 1 0,0-1 0,-1 1 0,-1 0 0,1 0 0,-10-11 0,14 19 0,1 1 0,-1 0 0,0 0 0,1 0 0,-1 0 0,0 0 0,0 0 0,0 0 0,0 1 0,0-1 0,0 0 0,0 0 0,0 1 0,0-1 0,-1 1 0,1-1 0,0 1 0,0-1 0,-1 1 0,1 0 0,0-1 0,0 1 0,-1 0 0,1 0 0,0 0 0,0 0 0,-1 0 0,1 0 0,0 1 0,-1-1 0,1 0 0,0 1 0,0-1 0,0 1 0,-1-1 0,1 1 0,0-1 0,0 1 0,0 0 0,0 0 0,0-1 0,0 1 0,0 0 0,0 0 0,0 0 0,1 0 0,-1 0 0,-1 2 0,-2 4 0,0-1 0,1 0 0,0 1 0,0 0 0,0 0 0,1 0 0,-2 10 0,2-5 0,1 0 0,0 1 0,1-1 0,1 1 0,0-1 0,0 1 0,2-1 0,-1 0 0,8 19 0,-7-21 0,0-1 0,2 1 0,-1-1 0,1 0 0,0-1 0,1 1 0,0-1 0,0 0 0,1-1 0,0 1 0,0-1 0,11 8 0,-15-13 0,0-1 0,0 1 0,0 0 0,0-1 0,0 0 0,0 1 0,1-1 0,-1 0 0,0-1 0,1 1 0,-1-1 0,0 1 0,1-1 0,-1 0 0,1 0 0,-1-1 0,0 1 0,7-2 0,-4 0 0,-1 0 0,0-1 0,0 1 0,0-1 0,0 0 0,-1 0 0,1-1 0,-1 0 0,1 1 0,5-9 0,-3 4 0,-1 0 0,1-1 0,-2 0 0,1 0 0,-1 0 0,-1-1 0,0 1 0,0-1 0,-1 0 0,0 0 0,-1-1 0,1-10 0,-2 19 0,-1 0 0,0 0 0,0 0 0,0 0 0,0 1 0,0-1 0,-1 0 0,1 0 0,-1 0 0,1 0 0,-1 1 0,0-1 0,1 0 0,-1 0 0,0 1 0,0-1 0,0 1 0,-3-4 0,3 5 0,0-1 0,-1 0 0,1 0 0,0 1 0,-1-1 0,1 0 0,-1 1 0,1 0 0,-1-1 0,1 1 0,-1 0 0,1 0 0,-1 0 0,1 0 0,-1 0 0,1 0 0,-1 0 0,-1 1 0,-2 0 0,0 0 0,0 1 0,0 0 0,1 0 0,-1 0 0,1 1 0,-1 0 0,1-1 0,0 2 0,0-1 0,0 0 0,1 1 0,-4 4 0,1 0-170,2 0-1,-1 1 0,1 0 1,0 0-1,1 0 0,0 0 1,-3 18-1,-2 24-6655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6:3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2831 24575,'0'0'0,"17"27"0,21 29 0,-3 2 0,43 98 0,36 132 0,-22-49 0,-73-196 0,3-1 0,1-1 0,1-1 0,3-1 0,1-1 0,54 56 0,-38-52 0,3-1 0,1-2 0,2-2 0,85 47 0,416 176 0,28-56 0,65-49 0,13-50 0,-526-86 0,182 25 0,2-14 0,339-13 0,-606-18 0,1055-46 0,-5-80 0,-871 85 0,296-48 0,3 33 0,69 33 0,189-12 0,-358 1 0,288-15 0,-207 78 0,-109 1 0,-269-29 0,192-25 0,-110 2 0,63-9 0,-208 21 0,-2-3 0,75-27 0,-64 12 0,-2-3 0,-2-4 0,84-54 0,182-160 0,-305 220 0,0 0 0,-3-2 0,0-2 0,-3 0 0,0-2 0,-3 0 0,0-2 0,19-46 0,11-45 0,44-163 0,-41 118 0,-50 155 0,184-638 0,-157 447 0,-29 169 0,-3-1 0,-1 1 0,-7-48 0,-89-384 0,59 317 0,10 36 0,-57-229 0,60 266 0,-4 2 0,-43-89 0,58 144 0,-1 1 0,-1 1 0,-1 0 0,0 1 0,-22-23 0,26 35 0,0 0 0,0 0 0,0 1 0,-2 1 0,1 0 0,-1 1 0,0 0 0,-1 1 0,0 1 0,-21-7 0,-244-49 0,172 41 0,28 6 0,-81-19 0,131 25 0,0 0 0,1-2 0,-35-18 0,58 25 5,1 0-1,-1 0 1,1 0-1,0-1 1,1 1-1,-1-1 1,1-1-1,0 1 1,-5-9-1,-12-14-1414,13 18-5416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6:36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1741 1115 24575,'-3'31'0,"-7"129"0,9-159 0,0-1 0,0 0 0,0 0 0,0 1 0,0-1 0,0 0 0,0 0 0,0 0 0,0-1 0,0 1 0,0 0 0,0 0 0,0 0 0,0-1 0,0 1 0,0-1 0,0 1 0,0 0 0,0-1 0,-1 0 0,-25-11 0,-60-37 0,-142-107 0,109 60 0,-23-16 0,-114-93 0,163 125 0,-118-77 0,142 107 0,-114-105 0,38 29 0,94 91 0,40 28 0,0 0 0,1-1 0,0 0 0,1-1 0,-12-11 0,15 9 0,23 26 0,146 155 0,-22-26 0,301 380 0,-270-313 0,-87-112 0,3-3 0,129 108 0,-163-160 0,2-3 0,2-2 0,2-3 0,1-2 0,2-4 0,65 24 0,74 26 0,-207-84 0,1 1 0,0-1 0,0 0 0,0-1 0,1 1 0,-1-1 0,1 0 0,0 0 0,1 0 0,-6-10 0,-7-8 0,-103-127 0,-6 5 0,-250-223 0,189 214 0,-361-230 0,388 289 0,-77-49 0,231 141 0,-4-3 0,0-1 0,0 1 0,-10-12 0,18 17 0,-1 0 0,1-1 0,-1 1 0,1-1 0,0 1 0,0-1 0,0 1 0,0-1 0,0 0 0,0 1 0,1-1 0,-1 0 0,0 0 0,1 0 0,-1 0 0,1 0 0,0 0 0,0 1 0,0-1 0,0 0 0,0 0 0,0 0 0,0 0 0,1 0 0,-1 0 0,2-3 0,-1 4 0,0 0 0,0 0 0,0-1 0,0 1 0,1 0 0,-1 1 0,1-1 0,-1 0 0,0 0 0,1 1 0,-1-1 0,1 0 0,0 1 0,-1 0 0,1-1 0,-1 1 0,1 0 0,0 0 0,-1 0 0,1 0 0,0 0 0,-1 0 0,1 0 0,0 0 0,-1 1 0,2 0 0,46 12 0,-30-4 0,0 1 0,0 0 0,0 1 0,-1 1 0,30 26 0,73 84 0,-91-90 0,31 33 0,270 274 0,-239-254 0,183 130 0,-72-88 0,-44-31 0,-143-85-273,-1 1 0,-1 1 0,0 0 0,14 16 0,-18-18-6553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6:38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 24575,'0'0'0,"-1"-8"0,1 5 0,6 11 0,48 61 0,64 110 0,-15-19 0,-19-47 0,5-4 0,5-5 0,118 103 0,-70-85 0,286 187 0,-316-242 0,163 70 0,128 27 0,-363-148 0,11 7 0,84 50 0,-23-10 0,-111-63 0,23 11 0,-18-11 0,-14-10 0,-61-50 0,-144-98 0,-93-25 0,56 54 0,114 62 0,-212-140 0,220 108 0,-138-134 0,-89-141 0,335 352 0,-113-140 0,133 162 0,-18-31 0,18 30 0,-1 0 0,1 0 0,-1 0 0,1 0 0,0 0 0,-1 0 0,1 0 0,0-1 0,0 1 0,0 0 0,0 0 0,0 0 0,0-1 0,0 1 0,0 0 0,0 0 0,0 0 0,1 0 0,-1 0 0,1-1 0,-1 1 0,1 0 0,-1 0 0,1 0 0,0-1 0,0 2 0,0 0 0,0 0 0,-1 0 0,1 0 0,0 0 0,0 0 0,0 1 0,-1-1 0,1 0 0,0 0 0,0 1 0,-1-1 0,1 0 0,0 1 0,-1-1 0,1 1 0,0-1 0,-1 1 0,1-1 0,-1 1 0,1 0 0,20 17 0,-17-14 0,254 261 0,-19 23 0,-140-167 0,-30-37 0,483 598 0,-522-643 0,231 282 0,-189-240 0,149 129 0,-201-193 0,2-2 0,26 16 0,-72-68 0,-491-669 0,253 343 0,-44-38 0,236 319 0,-4 3 0,-137-115 0,170 161 0,-1 2 0,-2 2 0,-1 1 0,-71-30 0,142 89 0,162 170 0,214 233 0,-174-188 0,397 334 0,-528-507 0,2-4 0,3-5 0,148 70 0,-171-92 0,-79-42-14,0 0 0,1 0 0,-1 1 0,0-1 0,0 0 0,1 0 0,-1 0 0,0 0 0,1 0 0,-1 0 0,0 0 0,0 0 0,1 0 0,-1 0 0,0 0 0,1 0 0,-1 0 0,0 0 0,0 0 0,1 0 0,-1 0 0,0 0 0,1-1 0,-1 1 0,0 0 0,0 0 0,1 0 0,-1 0 0,0-1 0,0 1 0,0 0 0,1 0 0,-1 0 0,0-1 0,0 1 0,0 0 0,0 0 0,1-1 0,-1 1 0,0 0 0,0 0 0,0-1 0,0 1 0,0 0 0,0-1 0,0 1 0,0 0 0,0 0 0,0-1 0,0 1 0,0 0 0,0-1 0,0 1 0,0 0 0,0 0 0,0-1 0,0 1 0,0 0 0,0-1 0,-1 1 0,1 0 0,0 0 0,0-1 0,0-1-455,-1-11-6357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56:54.6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2624 66,'-88'-15,"-55"-2,-23 1,1 6,11 5,16 2,12 5,11 3,6 4,6 1,2 4,3 4,6 0,5 2,5 3,5 13,14-1,9 7,6 0,4 0,0 2,0 9,-1 9,3 7,2 6,4 5,4 5,3 5,5 6,1 6,2 12,-1 6,2-4,0-9,-1-10,-1-7,2-8,1-5,2-3,5-4,3-3,4-1,2 3,2 6,2 0,-1-1,3-4,3-1,2 1,2 1,2 7,0 2,0-3,1-5,0-8,0-7,-1-6,2-6,4-5,1-9,5 0,7 5,5 1,6 2,8 0,8 0,9-1,9-3,13-2,12-4,14 0,12-1,12-3,9-8,8-7,8-3,6-7,6-5,2-4,-2-5,-3-2,-2 0,-6 0,-4 4,-5 0,-1 4,-2 0,-5-2,-4-4,-6-5,-5-9,-9-2,-7 0,-4 5,-6 3,-5 5,-6 1,-5 3,-5 3,-5 5,-2 6,-1 3,-4 0,-4 0,-8-3,-8-2,-7 2,-7 2,-7-1,-6-3,-6-3,-3-6,1-4,-2-5,-1-3,-1-2,-2 0,0-1,-1-3,0-6,-2-8,-3-7,-2-6,-3-3,0-3,-2 1,-1 2,1 5,-1 6,1 4,-1 3,1 3,0 0,0 2,0-3,0-4,0-2,0 3,-2 3,-3 2,-2-5,-5-5,-4-6,-4-3,-2-2,-2 2,-1 3,2 2,1 4,1 3,3 3,0 0,-1 0,-3-11,-5-15,-1-6,-3-2,0 1,0 2,-1 4,3 4,-1 5,-2 1,5 12,3 6,-3-2,-9-9,-7-4,-7-1,-8-4,-11-2,-8 1,-12 3,-10 4,-9 3,-10 4,-11 4,-9 3,-6 3,-6 9,-4 4,-1 2,3 2,4 7,5 5,6 3,7-2,9 2,9 0,23 2,14 3,8 3,5 3,8 3,12 1,13-1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56:57.04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1092 300,'-83'14,"-42"12,-15 6,2 7,13 5,16 1,19-3,16-4,17-5,12 0,9 3,8 2,8 4,6 12,7 16,7 15,9 18,7 16,7 23,3 17,2 13,-2 4,-1-1,-1-6,0-8,0-16,0-15,0-14,-2-13,-1-11,1-8,-1-8,-1-11,1-6,-1-5,-3-5,-1-7,-1-7,0-4,1-5,-2-1,0-4,2-1,1-1,3-3,2 1,6 1,8 0,10 1,13-3,16 6,17 8,13-8,10-13,6-11,5-7,2-3,-2-1,-5 5,-8 3,-3 3,0 1,2 1,5 3,8 1,7-1,6 2,3 2,-1-3,-3-1,-5-4,-7-2,-8 1,-2-1,-1 1,1-1,3-3,1-1,1-1,0 2,-5 3,-7 3,-9-1,-12-2,-11 1,-13 3,-11 2,-10 0,-10 0,-9-2,-5-1,-5-5,-2-2,0-4,-1-7,0-9,3-11,1-19,1-17,-1-12,0-17,-3-25,-1-17,0-15,-2-9,-2 1,-5 5,-4 5,-3 0,-6 5,-2 14,-3 17,-1 24,1 23,1 19,-1 13,-2 6,-3-1,-5-5,-4-3,-7-4,-7-2,-11-2,-10-2,-13-3,-16-3,8 9,-3 3,-29-4,-38-10,-16-4,-7-1,1 3,3 4,5 3,4-1,8 3,10 9,8 9,2 7,-2 11,-6 17,-7 16,-4 10,-4 3,3-1,2-2,5 0,8-3,12-2,13-2,15-1,16 1,16-1,10 3,15-1,15-2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56:59.32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1133 266,'-86'-44,"-46"-14,-18 3,0 9,13 11,20 15,21 13,20 9,20 6,14 6,11 7,9 11,5 13,6 16,5 19,3 22,2 17,2 12,0 10,0 5,2 4,1 1,1-3,1 21,0 20,0-13,-2-23,-1-19,-3-10,-1-9,-1-7,-3-7,1-9,0-8,1-3,1-1,3 0,3-1,6 1,2-4,4-3,4-1,1-2,3-4,0-7,1-8,3-4,4-4,-3-8,2-6,16 2,23 5,19 4,15-2,14-3,13-7,12-9,12-5,6-5,3-5,-1-2,-4-4,-6-1,-5-5,-6 0,-6 2,-6 1,-1-1,-3-1,-3-3,-6-2,-7-4,0-4,1-2,5-1,5 0,4 3,0 3,-2 1,-6 3,-10-2,-12 0,-17 1,-14 2,-14 6,-12 5,-10 4,-8-2,-5-2,-3-4,-2-2,0-5,1-4,-3-8,-2-12,-4-20,-6-27,-4-37,1-44,3-29,9-30,9-26,7-21,2 4,-1 29,-4 35,-8 28,-7 27,-8 18,-8 17,-6 13,-3 12,-3 9,0 10,-4 9,-2 7,-4 7,-11 1,-16-1,-19 0,-20-2,-20 2,-21-1,-15 1,-10 4,-10 11,-11 9,-8 11,-6 7,-4 4,-3 2,-1 0,4 0,6-1,8 4,7 2,6 3,4 4,8 8,8-2,13-5,19-4,22-2,22-5,19-5,22-5,18-1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57:00.00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15 1,'-6'4,"-3"1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57:01.82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3276 137,'-115'20,"-64"18,-33 8,-14-1,-2-3,3 5,3 2,6-3,7-4,8-1,7-1,12 2,16 1,19 5,22 2,21 0,18 3,17 2,15 3,13 1,11 3,9 8,8 6,6 2,4 16,3 26,1 8,0 6,1 22,1 14,3 2,5-1,4-3,3-5,4-7,2-8,0-6,2-5,-1-5,0-4,2-3,5-4,5-2,5-3,1-9,-2-16,-2-17,0-18,5-14,11-7,19-4,22-6,24-5,25-10,20-10,17-9,9-8,7-4,2-4,1-1,-1 4,-1 10,-1 10,-5 7,-4 1,-5 7,-7 7,-6 4,-10 2,-7 6,-2 0,-3-2,-3-5,-8-2,-9 1,-8 1,-7 0,-6 0,-8-1,-6-1,-4-3,-5-3,-3 2,-2 1,-7 1,-7-3,-7-1,-7-2,-6-3,-5-4,-2-3,-3-3,-1-1,-1-2,-4 1,-4-1,-2 0,-3-1,-4-3,-2-5,-2-9,-4-13,-9-18,-11-17,-13-20,-15-18,-12-7,-9-17,-7-12,-3-1,-2-9,0-19,0-17,3-17,3-14,1-10,2-1,2 4,0 6,0 16,0 18,1 17,1 21,1 17,-1 15,5 21,-3 10,-7 4,-11 0,-17-2,-19-6,-18-3,-14 1,-8 2,-1 4,1 4,4 5,12 9,15 10,14 8,13 4,7 10,4 8,-1 2,1 6,7 5,7 3,11 4,16 2,14 2,12 2,8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8T11:57:03.6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4276 224,'-109'-23,"-66"-5,-39 8,-25 16,-13 17,-5 14,-2 13,5 8,10 5,17 0,20 3,25-1,30-7,30-10,22-9,15-10,13-12,8 1,4 12,4 12,1 11,2 13,1 18,1 21,2 21,2 21,5 18,8 4,1 33,-4 40,-4 22,-6 23,-5 8,-4-7,-1-14,1-18,2-21,5-19,12-20,12-25,9-31,13-28,13-21,16-14,24-5,30-6,34-4,36-4,31-7,32-6,28-6,22-9,18-6,13-2,7-6,-7-4,-13 0,-17-1,-18 0,-18 2,-16 4,-17 3,-17 2,-16 2,-17-1,-14 0,-14-2,-18-3,-19-3,-16-2,-16-2,-13 0,-11-2,-8 1,-5-1,-6 1,-4-3,1-4,2-12,2-23,-1-33,-5-39,-8-40,-9-34,-9-27,-10-16,-4-7,-2-3,2-6,4-13,6-8,4 0,0 3,-2 7,-4 10,-6 9,-4 16,1 18,5 29,7 31,6 21,7 19,6 19,5 19,3 17,2 17,1 10,1 11,-1 6,-2 4,-1 1,0 1,1-3,-3-4,0-5,1-32,5-90,1-24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7:13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3727 4789 24575,'2'36'0,"3"-1"0,1 1 0,1-1 0,2 0 0,14 35 0,-18-56 0,23 62 0,70 130 0,-65-144 0,-2 2 0,42 129 0,-55-121 0,-3 0 0,-3 1 0,-4 0 0,-3 0 0,-7 137 0,-4-151 0,-2-1 0,-3 0 0,-2 0 0,-2-1 0,-3-1 0,-3-1 0,-48 94 0,39-98 0,-1-1 0,-3-1 0,-2-2 0,-46 46 0,49-60 0,-1-2 0,-2-1 0,-1-2 0,-1-1 0,-75 37 0,66-41 0,-2-3 0,-1-2 0,0-2 0,-103 17 0,82-23 0,-2-4 0,1-3 0,-78-7 0,4-11 0,1-7 0,1-7 0,-144-47 0,135 29 0,2-6 0,-216-110 0,287 120 0,1-4 0,2-3 0,2-3 0,3-3 0,-121-124 0,125 100 0,3-2 0,4-4 0,3-2 0,5-2 0,3-3 0,-57-152 0,47 77 0,8-2 0,8-3 0,-24-185 0,34 96 0,12-1 0,12-291 0,21 319 0,11 0 0,81-365 0,62 45 0,47 20 0,-110 307 0,9 5 0,278-411 0,-320 545 0,135-134 0,-178 193 0,0 0 0,40-65 0,-22 30 0,-39 57-151,1-1-1,0 1 0,0 1 0,1-1 1,0 1-1,0 1 0,1-1 1,11-7-1,-9 9-6674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7:17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24575,'0'8'0,"0"-1"0,1 1 0,-1-1 0,1 1 0,1-1 0,-1 0 0,6 13 0,-5-15 0,1-1 0,-1 0 0,1 0 0,0 0 0,1 0 0,-1 0 0,0-1 0,1 1 0,0-1 0,0 0 0,0 0 0,0 0 0,5 1 0,19 9 0,0-2 0,1-1 0,0-1 0,1-2 0,48 6 0,-10 0 0,439 123 0,-13 49 0,-445-164 0,0 2 0,-1 3 0,-2 1 0,-1 2 0,-1 3 0,-1 1 0,-2 2 0,-2 2 0,-1 1 0,-2 2 0,39 56 0,-32-32 0,-3 3 0,-3 1 0,-3 2 0,-3 1 0,33 112 0,-28-49 0,-7 2 0,16 169 0,-11 209 0,-34-353 0,-26 196 0,-95 365 0,7-64 0,91-472 0,1 292 0,47-82 0,-15-330 0,2 0 0,3-2 0,47 126 0,-41-142 0,2 0 0,2-1 0,57 80 0,-57-96 0,1 0 0,2-2 0,0 0 0,2-2 0,61 41 0,-33-32 0,3-3 0,0-2 0,74 26 0,205 53 0,-278-91 0,14 3 0,1-3 0,110 13 0,-147-28 0,0-2 0,0-2 0,0-1 0,0-3 0,-1-1 0,67-17 0,25-14 0,252-81 0,-326 95 0,-1-2 0,0-3 0,-2-3 0,77-55 0,-70 37 0,-2-2 0,-3-2 0,98-118 0,-133 141 0,-2-1 0,-1 0 0,-2-1 0,-1-1 0,-1-1 0,14-50 0,-9 11 0,18-149 0,-32 188 0,-3 0 0,0-1 0,-3 1 0,0-1 0,-2 1 0,-2-1 0,-1 1 0,-1 1 0,-16-43 0,-6-7 0,-4 2 0,-3 1 0,-60-94 0,-65-122-1365,138 249-5461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7:21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5449 0 24575,'-6'10'0,"0"0"0,0-1 0,-1 0 0,0 0 0,-1 0 0,0-1 0,0-1 0,0 1 0,-1-1 0,0 0 0,-1-1 0,-15 8 0,-2-1 0,1-2 0,-2 0 0,-46 11 0,-81 11 0,79-18 0,-139 46 0,146-32 0,1 3 0,-65 42 0,-123 93 0,140-88 0,-551 398 35,469-316-332,-218 227-1,217-170 108,-192 273 0,-111 284-562,70 46 168,50 21 706,-91 400-484,138 37 168,297-1060 544,-15 334 0,50-414-90,7 1 1,5-1-1,43 213 1,-12-183-165,7-2 1,8-2 0,6-3 0,8-3 0,6-2 0,8-5 0,6-3 0,6-4-1,118 137 1,68 46-97,78 97 0,159 186 0,-235-343 0,-223-220 0,2-2 0,2-3 0,74 38 0,-106-65 0,185 90 0,-168-85 0,1-2 0,79 18 0,-104-33 0,-1-2 0,1 0 0,43-3 0,-42 0 0,1 1 0,0 1 0,26 5 0,17 8 0,-7-1 0,83 6 0,315-17 0,-345-11 0,190-40 0,-128 17 0,229-10 0,-197 29 0,135-1 0,-83 11 0,365-50 0,-349 8 0,-157 22 0,0 5 0,156-2 0,524-2 0,-238 2 0,1142 4 0,-916-7 0,-739 21 0,384 3 0,-348 1 0,23-3 0,-1-4 0,150-28 0,211-67 0,-316 65 0,886-263 0,-958 270 0,-2-4 0,-2-3 0,-1-4 0,-2-2 0,77-59 0,165-151 0,-261 201 0,95-113 0,28-73 0,-140 183 0,-3-1 0,-3-1 0,-2-2 0,-2-1 0,-3-2 0,-3 0 0,21-88 0,136-676 0,-157 734 0,42-225 0,-61 285 0,-1 0 0,-2 0 0,-5-52 0,3 77 9,0 0-1,0 0 1,0 0-1,-1 1 0,0-1 1,0 1-1,0-1 1,-1 1-1,1 0 1,-1 0-1,0 0 0,-8-5 1,-21-25-1484,29 28-5351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7:34.04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0 790 9830,'1'-2'0,"0"0"0,0 0 0,0 0 0,0 0 0,0 0 0,1 0 0,-1 0 0,0 0 0,1 0 0,0 1 0,-1-1 0,1 1 0,0-1 0,0 1 0,3-2 0,14-12 0,29-29 0,3 3 0,85-55 0,124-55 0,-118 71 0,-98 55 22,233-127 803,-225 128-538,0 3-1,1 2 1,89-21 0,1 17 1683,1 6 0,1 6 0,182 11-1,-293 0-1537,1 3 0,0 1-1,-1 1 1,0 2 0,0 2-1,-1 1 1,0 1 0,-1 2-1,39 21 1,-23-8-119,-1 2 1,-2 2-1,0 2 0,-3 2 1,0 2-1,52 59 1,-91-92-314,25 33 0,3-1 0,1-1 0,1-2 0,49 36 0,-43-40 0,-1 3 0,-2 0 0,-1 2 0,-2 2 0,-1 1 0,-2 2 0,-1 1 0,-2 1 0,-2 1 0,-2 1 0,-1 1 0,-3 1 0,22 72 0,6 49 0,-7 2 0,-7 2 0,-8 1 0,5 214 0,-44 84 0,2-355 0,-6 0 0,-33 120 0,27-149 0,-4-2 0,-3-1 0,-4-1 0,-3-2 0,-95 143 0,20-63 0,-7-6 0,-203 202 0,269-306 0,-2-1 0,-2-4 0,-1-1 0,-3-4 0,0-2 0,-113 46 0,145-72 0,0 0 0,-1-2 0,1-1 0,-2-2 0,-33 2 0,-156-6 0,64-3 0,86 2 0,-119-18 0,-69-28 0,244 43 20,-16-2-192,0-2 0,-52-20 0,75 24 22,-1-1 1,1-1-1,-1 1 0,1-1 1,0-1-1,1 0 1,-1 0-1,1 0 0,1-1 1,-1 0-1,1 0 0,0 0 1,-8-15-1,-6-22-809,2-1-1,2-1 1,-18-81-1,28 101 906,-14-53-37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7:35.62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27 697 9830,'0'0'0,"0"0"0,0 0 0,0 0 0,0 0 0,0 0 0,-1-1 0,1 1 0,0 0 0,0 0 0,0 0 0,0 0 0,-1 0 0,1 0 0,0 0 0,0 0 0,0 0 0,0 0 0,0 0 0,-1 0 0,1 0 0,0 0 0,0 0 0,0 0 0,0 0 0,-1 1 0,1-1 0,0 0 0,0 0 0,0 0 0,0 0 0,0 0 0,0 0 0,-1 0 0,1 0 0,0 0 0,0 1 0,0-1 0,0 0 0,0 0 0,0 0 0,0 0 0,0 0 0,0 1 0,-1-1 0,1 0 0,0 0 0,0 0 0,0 0 0,0 0 0,0 1 0,0-1 0,0 0 0,0 0 0,0 0 0,0 0 0,0 1 0,0-1 0,0 0 0,1 0 0,-1 0 0,0 0 0,0 0 0,0 1 0,-7-15 0,1-19 0,2 0 0,1 0 0,2 0 0,1-1 0,5-42 0,-3 48 0,44-328 0,-37 295 0,-9 63 0,0-2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7:41.3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1 449 9830,'14'-3'0,"-1"-2"0,1 1 0,15-9 0,12-5 0,460-167 0,15 35 0,-401 126 1024,1 5 0,1 4 0,0 6 0,0 5 0,1 5 0,-1 5 0,146 27 0,-173-15 384,-1 5 0,-1 3 0,160 70 0,-179-62-982,-3 2 1,0 4 0,-3 2-1,-2 3 1,63 59 0,-90-69-427,-1 2 0,-1 1 0,-3 2 0,-1 0 0,-2 2 0,-2 1 0,-1 1 0,31 91 0,-10 6 0,43 247 0,-44-108 0,8 299 0,-33 288 0,67 283 0,-46-802 0,23 156 0,-3-190 0,-1-3 0,-45-215 0,2 123 0,-14-191 0,-2 282 0,-26 0 0,-68 634 0,71-558 0,21-326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7:43.14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6150 1 9830,'4'218'5093,"7"107"-2948,-2-85 234,15 132 2278,2 84-2547,-25-350-2110,-6 488 0,-2-461 0,-6-1 0,-6 0 0,-6-1 0,-55 172 0,68-272 0,-1 0 0,-2-1 0,-1 0 0,-24 35 0,-89 102 0,77-104 0,-53 70 0,-223 214 0,-395 280 0,610-541 0,-3-5 0,-4-5 0,-258 119 0,39-72 0,220-84 0,27-6 0,44-14 0,-1-2 0,0-3 0,-1-1 0,-81 9 0,71-19-110,-1-3 0,1-3-1,0-2 1,0-3 0,-109-28 0,108 17-852,1-2 0,0-3-1,2-3 1,1-2-1,-77-52 1,32 6-925,2-4-1,-98-102 1,-153-204-2397,275 296 4282,-111-136 0,141 164 3,-68-123-1,67 89 0,4-3 0,-47-159 0,-26-211 0,52 192 0,-131-350 0,113 401 0,-178-417 0,201 545 0,50 83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7:47.78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14773 2033 9830,'0'-12'0,"0"-5"0,7 38 0,-3-5 0,-4-29 0,-8-28 0,3 27 0,-1 1 0,0 0 0,-1 1 0,0-1 0,-1 1 0,-1 1 0,0 0 0,-17-17 0,-9-4 0,-50-35 0,21 17 0,42 32 0,-274-215 0,214 175 0,-155-83 0,-381-130 0,-17 41 0,267 100 0,239 88 1429,-225-43-1,-249-48-1247,276 24-1691,213 67 1993,-222-53-1,234 79 1334,-148-4 1,-103 18 2206,97 3-1125,-951-53-1398,728 25-465,293 20-634,-320 29 0,46 23-401,-101 12 0,202 4 0,283-42 0,1 3 0,-119 53 0,-127 84 0,-303 204 0,516-296 0,-174 122 0,47 15 0,-3 3 0,194-172 0,-446 368 0,31 36 0,253-212 0,-185 194 0,310-331 0,3 3 0,4 3 0,5 3 0,-112 215 0,88-115 0,-126 392 0,-3 357 0,81 19 0,127-858 0,1-12 0,-60 405 0,-43 0 0,15-178 0,-78 268 0,32 8 0,56 71 0,58 2 0,32-399 0,12-1 0,13-1 0,89 418 0,-84-576 0,6-3 0,4 0 0,5-3 0,59 105 0,179 282 0,-225-409 0,4-2 0,3-3 0,113 109 0,-82-109 0,178 116 0,-34-29 0,-161-106 0,-17-13 0,2-1 0,130 72 0,7-14 0,118 55 0,169 14 0,9-29 0,-424-126 0,-16-4 0,0-2 0,1-3 0,0-3 0,0-2 0,1-2 0,101-7 0,-57-8-399,13-2 170,200 3 1,-10 32 465,-101-5-18,216-10 0,-204-21-77,303-1-103,-193 25-39,68 4 0,-313-10 0,129-11 0,-66 6 0,-100 2 0,0-1 0,53-7 0,-84 4-161,1-1 1,-2 0-1,1 0 1,0-1-1,-1-1 1,0 0-1,-1-1 1,1 0-1,-1-1 1,0 0-1,-1-1 1,0 0-1,13-16 1,-2 0-355,-1-1 0,-1-1 1,-1-1-1,20-43 1,-22 34-298,-2 0 0,-1 0 1,11-56-1,12-123-2144,-27 156 2224,18-119-58,74-658-3049,-100 748 3839,-3 0 0,-4 0 0,-35-173 0,2 106 0,-75-198 0,-58-153 0,66 185 0,89 273 0,-43-87 0,49 117 0,-1 0 0,0 0 0,-2 1 0,0 1 0,-1 0 0,-32-28 0,32 33 0,0-1 0,1-1 0,-23-29 0,32 36 0,1 0 0,-1 0 0,1 0 0,1-1 0,0 1 0,0-1 0,0 0 0,1 0 0,0 0 0,0 0 0,0-15 0,2-3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8:10.84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49 11 9830,'0'0'1988,"0"0"-1988,-2-11 0,-4 19 0,1-1 0,0 1 0,1 0 0,-1 0 0,2 1 0,-1-1 0,1 1 0,0 0 0,1-1 0,0 1 0,1 0 0,-1 18 0,0 3 0,2 1 0,6 45 0,-4-62 0,0 1 0,0-1 0,1 0 0,1 0 0,0 0 0,8 15 0,-11-30 0,-1 1 0,1-1 0,0 1 0,0-1 0,0 1 0,0-1 0,-1 1 0,1-1 0,0 0 0,-1 0 0,1 1 0,0-1 0,-1 0 0,1 0 0,-1 0 0,1 1 0,-1-1 0,1 0 0,-1 0 0,0 0 0,0 0 0,1-2 0,13-28 0,0-1-39,-8 19 78,0 0 0,-1 0 0,0 0 0,-1-1 0,0 1 0,-2-1 0,3-19 0,-5 33-39,0 0-1,0 0 1,0 0 0,0 0 0,0 0-1,0-1 1,0 1 0,0 0-1,0 0 1,0 0 0,1 0 0,-1 0-1,0-1 1,0 1 0,0 0-1,0 0 1,0 0 0,-1 0 0,1-1-1,0 1 1,0 0 0,0 0-1,0 0 1,0 0 0,0-1 0,0 1-1,0 0 1,0 0 0,0 0-1,0 0 1,0 0 0,-1 0 0,1-1-1,0 1 1,0 0 0,0 0-1,0 0 1,0 0 0,0 0 0,-1 0-1,1 0 1,0 0 0,0 0-1,0 0 1,0 0 0,-1-1 0,1 1-1,0 0 1,0 0 0,0 0-1,0 0 1,0 0 0,-1 0 0,1 0-1,0 1 1,0-1 0,0 0-1,0 0 1,-1 0 0,1 0 0,0 0-1,0 0 1,0 0 0,-12 13 276,-9 20 369,-9 30-106,28-57-502,0-1 1,0 1-1,1 0 0,-1 0 1,1 0-1,1 0 1,-1 0-1,1 0 1,1 9-1,-1-64 230,2 18-142,-2 25-125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8:22.2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87 24575,'0'-3'0,"-1"0"0,0-1 0,1 1 0,-1 0 0,0 0 0,0 0 0,0 0 0,-1 0 0,-2-4 0,1 0 0,1 3 0,0 0 0,1 0 0,0 1 0,0-1 0,0 0 0,0-1 0,0 1 0,1 0 0,0-5 0,-23 50 0,15-25 0,2 0 0,0 1 0,1 0 0,1 1 0,0-1 0,1 1 0,1 0 0,1-1 0,2 34 0,-3-71 0,2 15 0,0 0 0,-1-1 0,1 1 0,-1-1 0,0 1 0,0 0 0,-1 0 0,0-1 0,0 1 0,0 0 0,0 0 0,-1 1 0,0-1 0,0 1 0,-4-6 0,1 1 0,7 21 0,0 225 0,-1-314 0,0 65 0,0 17 0,0 2-95,2 17-1175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1:58:28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91 331 24575,'0'-2'0,"1"0"0,0 0 0,-1 0 0,1 0 0,-1 0 0,0 0 0,0 0 0,0-1 0,0 1 0,-1-4 0,-3 0 0,-6 17 0,7-5 0,1 0 0,0 0 0,1 0 0,0 0 0,-1 0 0,2 0 0,-1 0 0,1 13 0,0-7 0,13-116 0,-1 15 0,1-106 0,-24 270 0,0 71 0,-55 279 0,68-463 0,-4-71 0,0 106-34,-2 8 118,-2 8-1499,1 2-5411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C96EF-D860-4B89-9CB2-167E15E01CD2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B4DFE-447D-472C-8163-3795F5616A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60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Buscar métodos de VMA libro 4 1477 cuatro </a:t>
            </a:r>
            <a:r>
              <a:rPr lang="es-ES" dirty="0" err="1"/>
              <a:t>etc</a:t>
            </a:r>
            <a:r>
              <a:rPr lang="es-ES" dirty="0"/>
              <a:t> deriva en documentos de libro6. 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571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Volantes de inercia comparten estas propiedades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3740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Aolicacion</a:t>
            </a:r>
            <a:r>
              <a:rPr lang="es-ES" dirty="0"/>
              <a:t> practica de la ley de Lenz, al crear una batería virtual esta entra en los cálculos de inercia de Lenz.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2210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Capacidad de eliminar /</a:t>
            </a:r>
            <a:r>
              <a:rPr lang="es-ES" dirty="0" err="1"/>
              <a:t>filtrat</a:t>
            </a:r>
            <a:r>
              <a:rPr lang="es-ES" dirty="0"/>
              <a:t> armónicos consumir excesos </a:t>
            </a:r>
            <a:r>
              <a:rPr lang="es-ES" dirty="0" err="1"/>
              <a:t>suminestrar</a:t>
            </a:r>
            <a:r>
              <a:rPr lang="es-ES" dirty="0"/>
              <a:t> demanda y regular aporta un valor enorme a esta batería de ciclo de energía </a:t>
            </a:r>
            <a:br>
              <a:rPr lang="es-ES" dirty="0"/>
            </a:br>
            <a:r>
              <a:rPr lang="es-ES" dirty="0"/>
              <a:t>la energía se transforma por lo que las perdidas es el calor de los hierros.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582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Neutros como inyectores de energía eléctrica desbalanceada para al pasar por las otras bobinas estabilizarse. </a:t>
            </a:r>
            <a:br>
              <a:rPr lang="es-ES" dirty="0"/>
            </a:br>
            <a:r>
              <a:rPr lang="es-ES" dirty="0"/>
              <a:t>El anillo se queda y va filtrando armónicos. </a:t>
            </a:r>
            <a:br>
              <a:rPr lang="es-ES" dirty="0"/>
            </a:br>
            <a:r>
              <a:rPr lang="es-ES" dirty="0"/>
              <a:t>El circuito es muy complejo en temas de armónicos pero tiene tendencia a la regulación por el movimiento de las aspas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3231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Dos estrellas unidos a una bobina de tres motores que con su otra bobina se conecta en anillo entre los tres.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2027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Topologia</a:t>
            </a:r>
            <a:r>
              <a:rPr lang="es-ES" dirty="0"/>
              <a:t> propuesta. Se han mirado más pero esta permite inyección de solar y </a:t>
            </a:r>
            <a:r>
              <a:rPr lang="es-ES" dirty="0" err="1"/>
              <a:t>autoregulacion</a:t>
            </a:r>
            <a:r>
              <a:rPr lang="es-ES" dirty="0"/>
              <a:t> y </a:t>
            </a:r>
            <a:r>
              <a:rPr lang="es-ES" dirty="0" err="1"/>
              <a:t>zypyzapeo</a:t>
            </a:r>
            <a:r>
              <a:rPr lang="es-ES" dirty="0"/>
              <a:t> interno. </a:t>
            </a:r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7496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Cargar los molinos es en esencia darles inercia hasta velocidad optima donde el viento y el </a:t>
            </a:r>
            <a:r>
              <a:rPr lang="es-ES" dirty="0" err="1"/>
              <a:t>zypyzapeo</a:t>
            </a:r>
            <a:r>
              <a:rPr lang="es-ES" dirty="0"/>
              <a:t> suplan la resistencia del aerogenerador o de los módulos en conjunto. </a:t>
            </a:r>
            <a:br>
              <a:rPr lang="es-ES" dirty="0"/>
            </a:br>
            <a:r>
              <a:rPr lang="es-ES" dirty="0"/>
              <a:t>La frecuencia de ciclo energético aporte préstamo, ayudan a mas frecuencia útil más ganancia de velocidad </a:t>
            </a:r>
            <a:br>
              <a:rPr lang="es-ES" dirty="0"/>
            </a:br>
            <a:r>
              <a:rPr lang="es-ES" dirty="0"/>
              <a:t>que se traduce en mas opacidad al viento.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901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Cuando se descarga el sistema el anillo aporta magnetismo a los motores centrales y se regula la velocidad del conjunto 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1293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regulación al implementar muchos módulos pasa a ser vendible como un servicio y no solo un factor de regulación de la red. </a:t>
            </a:r>
            <a:br>
              <a:rPr lang="es-ES" dirty="0"/>
            </a:br>
            <a:r>
              <a:rPr lang="es-ES" dirty="0"/>
              <a:t>Dicho de otra manera, la implantación escalada permite regular las renovables del país i del país vecino. Vendiendo servicios de regulación.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768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Por conexionado si se esta descargando con un campo de módulos </a:t>
            </a:r>
            <a:r>
              <a:rPr lang="es-ES" dirty="0" err="1"/>
              <a:t>zypyzape</a:t>
            </a:r>
            <a:r>
              <a:rPr lang="es-ES" dirty="0"/>
              <a:t> la descarga puede parecer lineal y aumentar fácilmente en cuestión de batería cinética almacenada. </a:t>
            </a:r>
            <a:br>
              <a:rPr lang="es-ES" dirty="0"/>
            </a:br>
            <a:r>
              <a:rPr lang="es-ES" dirty="0"/>
              <a:t>Esta con mayor frecuencia puede ser mas grande pero menos </a:t>
            </a:r>
            <a:r>
              <a:rPr lang="es-ES" dirty="0" err="1"/>
              <a:t>lonjeva</a:t>
            </a:r>
            <a:r>
              <a:rPr lang="es-ES" dirty="0"/>
              <a:t>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recordamos obtenemos viento u otras energías </a:t>
            </a:r>
            <a:r>
              <a:rPr lang="es-ES" dirty="0" err="1"/>
              <a:t>elctricas</a:t>
            </a:r>
            <a:r>
              <a:rPr lang="es-ES" dirty="0"/>
              <a:t>.  Lo </a:t>
            </a:r>
            <a:r>
              <a:rPr lang="es-ES" dirty="0" err="1"/>
              <a:t>zypyzapeamos</a:t>
            </a:r>
            <a:r>
              <a:rPr lang="es-ES" dirty="0"/>
              <a:t> entre molinos. Lo vertimos a consumo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el </a:t>
            </a:r>
            <a:r>
              <a:rPr lang="es-ES" dirty="0" err="1"/>
              <a:t>zypyzapeo</a:t>
            </a:r>
            <a:r>
              <a:rPr lang="es-ES" dirty="0"/>
              <a:t> regula la red y si se esta conectado a consumo se puede verter la batería a consumo con referencia de la resistencia de consumo. Y se puede aumentar la siguiente cantidad de módulos que van a ponerse a descargar. 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B4DFE-447D-472C-8163-3795F5616A2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240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287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664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1475966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3896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5973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3793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531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92866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293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731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372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3A3D652-C829-4B71-8252-6FEF6A9E798C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69A10C1-39E9-43E0-8C90-9276D4870894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8977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.png"/><Relationship Id="rId21" Type="http://schemas.openxmlformats.org/officeDocument/2006/relationships/customXml" Target="../ink/ink13.xml"/><Relationship Id="rId42" Type="http://schemas.openxmlformats.org/officeDocument/2006/relationships/image" Target="../media/image17.png"/><Relationship Id="rId63" Type="http://schemas.openxmlformats.org/officeDocument/2006/relationships/image" Target="../media/image27.png"/><Relationship Id="rId84" Type="http://schemas.openxmlformats.org/officeDocument/2006/relationships/customXml" Target="../ink/ink45.xml"/><Relationship Id="rId138" Type="http://schemas.openxmlformats.org/officeDocument/2006/relationships/customXml" Target="../ink/ink72.xml"/><Relationship Id="rId159" Type="http://schemas.openxmlformats.org/officeDocument/2006/relationships/image" Target="../media/image75.png"/><Relationship Id="rId107" Type="http://schemas.openxmlformats.org/officeDocument/2006/relationships/image" Target="../media/image49.png"/><Relationship Id="rId11" Type="http://schemas.openxmlformats.org/officeDocument/2006/relationships/customXml" Target="../ink/ink7.xml"/><Relationship Id="rId32" Type="http://schemas.openxmlformats.org/officeDocument/2006/relationships/image" Target="../media/image12.png"/><Relationship Id="rId53" Type="http://schemas.openxmlformats.org/officeDocument/2006/relationships/customXml" Target="../ink/ink29.xml"/><Relationship Id="rId74" Type="http://schemas.openxmlformats.org/officeDocument/2006/relationships/customXml" Target="../ink/ink40.xml"/><Relationship Id="rId128" Type="http://schemas.openxmlformats.org/officeDocument/2006/relationships/customXml" Target="../ink/ink67.xml"/><Relationship Id="rId149" Type="http://schemas.openxmlformats.org/officeDocument/2006/relationships/image" Target="../media/image70.png"/><Relationship Id="rId5" Type="http://schemas.openxmlformats.org/officeDocument/2006/relationships/customXml" Target="../ink/ink2.xml"/><Relationship Id="rId95" Type="http://schemas.openxmlformats.org/officeDocument/2006/relationships/image" Target="../media/image43.png"/><Relationship Id="rId160" Type="http://schemas.openxmlformats.org/officeDocument/2006/relationships/customXml" Target="../ink/ink83.xml"/><Relationship Id="rId22" Type="http://schemas.openxmlformats.org/officeDocument/2006/relationships/image" Target="../media/image7.png"/><Relationship Id="rId43" Type="http://schemas.openxmlformats.org/officeDocument/2006/relationships/customXml" Target="../ink/ink24.xml"/><Relationship Id="rId64" Type="http://schemas.openxmlformats.org/officeDocument/2006/relationships/customXml" Target="../ink/ink35.xml"/><Relationship Id="rId118" Type="http://schemas.openxmlformats.org/officeDocument/2006/relationships/customXml" Target="../ink/ink62.xml"/><Relationship Id="rId139" Type="http://schemas.openxmlformats.org/officeDocument/2006/relationships/image" Target="../media/image65.png"/><Relationship Id="rId85" Type="http://schemas.openxmlformats.org/officeDocument/2006/relationships/image" Target="../media/image38.png"/><Relationship Id="rId150" Type="http://schemas.openxmlformats.org/officeDocument/2006/relationships/customXml" Target="../ink/ink78.xml"/><Relationship Id="rId12" Type="http://schemas.openxmlformats.org/officeDocument/2006/relationships/customXml" Target="../ink/ink8.xml"/><Relationship Id="rId33" Type="http://schemas.openxmlformats.org/officeDocument/2006/relationships/customXml" Target="../ink/ink19.xml"/><Relationship Id="rId108" Type="http://schemas.openxmlformats.org/officeDocument/2006/relationships/customXml" Target="../ink/ink57.xml"/><Relationship Id="rId129" Type="http://schemas.openxmlformats.org/officeDocument/2006/relationships/image" Target="../media/image60.png"/><Relationship Id="rId54" Type="http://schemas.openxmlformats.org/officeDocument/2006/relationships/customXml" Target="../ink/ink30.xml"/><Relationship Id="rId70" Type="http://schemas.openxmlformats.org/officeDocument/2006/relationships/customXml" Target="../ink/ink38.xml"/><Relationship Id="rId75" Type="http://schemas.openxmlformats.org/officeDocument/2006/relationships/image" Target="../media/image33.png"/><Relationship Id="rId91" Type="http://schemas.openxmlformats.org/officeDocument/2006/relationships/image" Target="../media/image41.png"/><Relationship Id="rId96" Type="http://schemas.openxmlformats.org/officeDocument/2006/relationships/customXml" Target="../ink/ink51.xml"/><Relationship Id="rId140" Type="http://schemas.openxmlformats.org/officeDocument/2006/relationships/customXml" Target="../ink/ink73.xml"/><Relationship Id="rId145" Type="http://schemas.openxmlformats.org/officeDocument/2006/relationships/image" Target="../media/image68.png"/><Relationship Id="rId161" Type="http://schemas.openxmlformats.org/officeDocument/2006/relationships/image" Target="../media/image76.png"/><Relationship Id="rId166" Type="http://schemas.openxmlformats.org/officeDocument/2006/relationships/customXml" Target="../ink/ink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23" Type="http://schemas.openxmlformats.org/officeDocument/2006/relationships/customXml" Target="../ink/ink14.xml"/><Relationship Id="rId28" Type="http://schemas.openxmlformats.org/officeDocument/2006/relationships/image" Target="../media/image10.png"/><Relationship Id="rId49" Type="http://schemas.openxmlformats.org/officeDocument/2006/relationships/customXml" Target="../ink/ink27.xml"/><Relationship Id="rId114" Type="http://schemas.openxmlformats.org/officeDocument/2006/relationships/customXml" Target="../ink/ink60.xml"/><Relationship Id="rId119" Type="http://schemas.openxmlformats.org/officeDocument/2006/relationships/image" Target="../media/image55.png"/><Relationship Id="rId44" Type="http://schemas.openxmlformats.org/officeDocument/2006/relationships/image" Target="../media/image18.png"/><Relationship Id="rId60" Type="http://schemas.openxmlformats.org/officeDocument/2006/relationships/customXml" Target="../ink/ink33.xml"/><Relationship Id="rId65" Type="http://schemas.openxmlformats.org/officeDocument/2006/relationships/image" Target="../media/image28.png"/><Relationship Id="rId81" Type="http://schemas.openxmlformats.org/officeDocument/2006/relationships/image" Target="../media/image36.png"/><Relationship Id="rId86" Type="http://schemas.openxmlformats.org/officeDocument/2006/relationships/customXml" Target="../ink/ink46.xml"/><Relationship Id="rId130" Type="http://schemas.openxmlformats.org/officeDocument/2006/relationships/customXml" Target="../ink/ink68.xml"/><Relationship Id="rId135" Type="http://schemas.openxmlformats.org/officeDocument/2006/relationships/image" Target="../media/image63.png"/><Relationship Id="rId151" Type="http://schemas.openxmlformats.org/officeDocument/2006/relationships/image" Target="../media/image71.png"/><Relationship Id="rId156" Type="http://schemas.openxmlformats.org/officeDocument/2006/relationships/customXml" Target="../ink/ink81.xml"/><Relationship Id="rId13" Type="http://schemas.openxmlformats.org/officeDocument/2006/relationships/customXml" Target="../ink/ink9.xml"/><Relationship Id="rId18" Type="http://schemas.openxmlformats.org/officeDocument/2006/relationships/image" Target="../media/image5.png"/><Relationship Id="rId39" Type="http://schemas.openxmlformats.org/officeDocument/2006/relationships/customXml" Target="../ink/ink22.xml"/><Relationship Id="rId109" Type="http://schemas.openxmlformats.org/officeDocument/2006/relationships/image" Target="../media/image50.png"/><Relationship Id="rId34" Type="http://schemas.openxmlformats.org/officeDocument/2006/relationships/image" Target="../media/image13.png"/><Relationship Id="rId50" Type="http://schemas.openxmlformats.org/officeDocument/2006/relationships/image" Target="../media/image21.png"/><Relationship Id="rId55" Type="http://schemas.openxmlformats.org/officeDocument/2006/relationships/image" Target="../media/image23.png"/><Relationship Id="rId76" Type="http://schemas.openxmlformats.org/officeDocument/2006/relationships/customXml" Target="../ink/ink41.xml"/><Relationship Id="rId97" Type="http://schemas.openxmlformats.org/officeDocument/2006/relationships/image" Target="../media/image44.png"/><Relationship Id="rId104" Type="http://schemas.openxmlformats.org/officeDocument/2006/relationships/customXml" Target="../ink/ink55.xml"/><Relationship Id="rId120" Type="http://schemas.openxmlformats.org/officeDocument/2006/relationships/customXml" Target="../ink/ink63.xml"/><Relationship Id="rId125" Type="http://schemas.openxmlformats.org/officeDocument/2006/relationships/image" Target="../media/image58.png"/><Relationship Id="rId141" Type="http://schemas.openxmlformats.org/officeDocument/2006/relationships/image" Target="../media/image66.png"/><Relationship Id="rId146" Type="http://schemas.openxmlformats.org/officeDocument/2006/relationships/customXml" Target="../ink/ink76.xml"/><Relationship Id="rId167" Type="http://schemas.openxmlformats.org/officeDocument/2006/relationships/image" Target="../media/image79.png"/><Relationship Id="rId7" Type="http://schemas.openxmlformats.org/officeDocument/2006/relationships/customXml" Target="../ink/ink3.xml"/><Relationship Id="rId71" Type="http://schemas.openxmlformats.org/officeDocument/2006/relationships/image" Target="../media/image31.png"/><Relationship Id="rId92" Type="http://schemas.openxmlformats.org/officeDocument/2006/relationships/customXml" Target="../ink/ink49.xml"/><Relationship Id="rId162" Type="http://schemas.openxmlformats.org/officeDocument/2006/relationships/customXml" Target="../ink/ink84.xml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17.xml"/><Relationship Id="rId24" Type="http://schemas.openxmlformats.org/officeDocument/2006/relationships/image" Target="../media/image8.png"/><Relationship Id="rId40" Type="http://schemas.openxmlformats.org/officeDocument/2006/relationships/image" Target="../media/image16.png"/><Relationship Id="rId45" Type="http://schemas.openxmlformats.org/officeDocument/2006/relationships/customXml" Target="../ink/ink25.xml"/><Relationship Id="rId66" Type="http://schemas.openxmlformats.org/officeDocument/2006/relationships/customXml" Target="../ink/ink36.xml"/><Relationship Id="rId87" Type="http://schemas.openxmlformats.org/officeDocument/2006/relationships/image" Target="../media/image39.png"/><Relationship Id="rId110" Type="http://schemas.openxmlformats.org/officeDocument/2006/relationships/customXml" Target="../ink/ink58.xml"/><Relationship Id="rId115" Type="http://schemas.openxmlformats.org/officeDocument/2006/relationships/image" Target="../media/image53.png"/><Relationship Id="rId131" Type="http://schemas.openxmlformats.org/officeDocument/2006/relationships/image" Target="../media/image61.png"/><Relationship Id="rId136" Type="http://schemas.openxmlformats.org/officeDocument/2006/relationships/customXml" Target="../ink/ink71.xml"/><Relationship Id="rId157" Type="http://schemas.openxmlformats.org/officeDocument/2006/relationships/image" Target="../media/image74.png"/><Relationship Id="rId61" Type="http://schemas.openxmlformats.org/officeDocument/2006/relationships/image" Target="../media/image26.png"/><Relationship Id="rId82" Type="http://schemas.openxmlformats.org/officeDocument/2006/relationships/customXml" Target="../ink/ink44.xml"/><Relationship Id="rId152" Type="http://schemas.openxmlformats.org/officeDocument/2006/relationships/customXml" Target="../ink/ink79.xml"/><Relationship Id="rId19" Type="http://schemas.openxmlformats.org/officeDocument/2006/relationships/customXml" Target="../ink/ink12.xml"/><Relationship Id="rId14" Type="http://schemas.openxmlformats.org/officeDocument/2006/relationships/image" Target="../media/image3.png"/><Relationship Id="rId30" Type="http://schemas.openxmlformats.org/officeDocument/2006/relationships/image" Target="../media/image11.png"/><Relationship Id="rId35" Type="http://schemas.openxmlformats.org/officeDocument/2006/relationships/customXml" Target="../ink/ink20.xml"/><Relationship Id="rId56" Type="http://schemas.openxmlformats.org/officeDocument/2006/relationships/customXml" Target="../ink/ink31.xml"/><Relationship Id="rId77" Type="http://schemas.openxmlformats.org/officeDocument/2006/relationships/image" Target="../media/image34.png"/><Relationship Id="rId100" Type="http://schemas.openxmlformats.org/officeDocument/2006/relationships/customXml" Target="../ink/ink53.xml"/><Relationship Id="rId105" Type="http://schemas.openxmlformats.org/officeDocument/2006/relationships/image" Target="../media/image48.png"/><Relationship Id="rId126" Type="http://schemas.openxmlformats.org/officeDocument/2006/relationships/customXml" Target="../ink/ink66.xml"/><Relationship Id="rId147" Type="http://schemas.openxmlformats.org/officeDocument/2006/relationships/image" Target="../media/image69.png"/><Relationship Id="rId168" Type="http://schemas.openxmlformats.org/officeDocument/2006/relationships/customXml" Target="../ink/ink87.xml"/><Relationship Id="rId8" Type="http://schemas.openxmlformats.org/officeDocument/2006/relationships/customXml" Target="../ink/ink4.xml"/><Relationship Id="rId51" Type="http://schemas.openxmlformats.org/officeDocument/2006/relationships/customXml" Target="../ink/ink28.xml"/><Relationship Id="rId72" Type="http://schemas.openxmlformats.org/officeDocument/2006/relationships/customXml" Target="../ink/ink39.xml"/><Relationship Id="rId93" Type="http://schemas.openxmlformats.org/officeDocument/2006/relationships/image" Target="../media/image42.png"/><Relationship Id="rId98" Type="http://schemas.openxmlformats.org/officeDocument/2006/relationships/customXml" Target="../ink/ink52.xml"/><Relationship Id="rId121" Type="http://schemas.openxmlformats.org/officeDocument/2006/relationships/image" Target="../media/image56.png"/><Relationship Id="rId142" Type="http://schemas.openxmlformats.org/officeDocument/2006/relationships/customXml" Target="../ink/ink74.xml"/><Relationship Id="rId163" Type="http://schemas.openxmlformats.org/officeDocument/2006/relationships/image" Target="../media/image77.png"/><Relationship Id="rId3" Type="http://schemas.openxmlformats.org/officeDocument/2006/relationships/customXml" Target="../ink/ink1.xml"/><Relationship Id="rId25" Type="http://schemas.openxmlformats.org/officeDocument/2006/relationships/customXml" Target="../ink/ink15.xml"/><Relationship Id="rId46" Type="http://schemas.openxmlformats.org/officeDocument/2006/relationships/image" Target="../media/image19.png"/><Relationship Id="rId67" Type="http://schemas.openxmlformats.org/officeDocument/2006/relationships/image" Target="../media/image29.png"/><Relationship Id="rId116" Type="http://schemas.openxmlformats.org/officeDocument/2006/relationships/customXml" Target="../ink/ink61.xml"/><Relationship Id="rId137" Type="http://schemas.openxmlformats.org/officeDocument/2006/relationships/image" Target="../media/image64.png"/><Relationship Id="rId158" Type="http://schemas.openxmlformats.org/officeDocument/2006/relationships/customXml" Target="../ink/ink82.xml"/><Relationship Id="rId20" Type="http://schemas.openxmlformats.org/officeDocument/2006/relationships/image" Target="../media/image6.png"/><Relationship Id="rId41" Type="http://schemas.openxmlformats.org/officeDocument/2006/relationships/customXml" Target="../ink/ink23.xml"/><Relationship Id="rId62" Type="http://schemas.openxmlformats.org/officeDocument/2006/relationships/customXml" Target="../ink/ink34.xml"/><Relationship Id="rId83" Type="http://schemas.openxmlformats.org/officeDocument/2006/relationships/image" Target="../media/image37.png"/><Relationship Id="rId88" Type="http://schemas.openxmlformats.org/officeDocument/2006/relationships/customXml" Target="../ink/ink47.xml"/><Relationship Id="rId111" Type="http://schemas.openxmlformats.org/officeDocument/2006/relationships/image" Target="../media/image51.png"/><Relationship Id="rId132" Type="http://schemas.openxmlformats.org/officeDocument/2006/relationships/customXml" Target="../ink/ink69.xml"/><Relationship Id="rId153" Type="http://schemas.openxmlformats.org/officeDocument/2006/relationships/image" Target="../media/image72.png"/><Relationship Id="rId15" Type="http://schemas.openxmlformats.org/officeDocument/2006/relationships/customXml" Target="../ink/ink10.xml"/><Relationship Id="rId36" Type="http://schemas.openxmlformats.org/officeDocument/2006/relationships/image" Target="../media/image14.png"/><Relationship Id="rId57" Type="http://schemas.openxmlformats.org/officeDocument/2006/relationships/image" Target="../media/image24.png"/><Relationship Id="rId106" Type="http://schemas.openxmlformats.org/officeDocument/2006/relationships/customXml" Target="../ink/ink56.xml"/><Relationship Id="rId127" Type="http://schemas.openxmlformats.org/officeDocument/2006/relationships/image" Target="../media/image59.png"/><Relationship Id="rId10" Type="http://schemas.openxmlformats.org/officeDocument/2006/relationships/customXml" Target="../ink/ink6.xml"/><Relationship Id="rId31" Type="http://schemas.openxmlformats.org/officeDocument/2006/relationships/customXml" Target="../ink/ink18.xml"/><Relationship Id="rId52" Type="http://schemas.openxmlformats.org/officeDocument/2006/relationships/image" Target="../media/image22.png"/><Relationship Id="rId73" Type="http://schemas.openxmlformats.org/officeDocument/2006/relationships/image" Target="../media/image32.png"/><Relationship Id="rId78" Type="http://schemas.openxmlformats.org/officeDocument/2006/relationships/customXml" Target="../ink/ink42.xml"/><Relationship Id="rId94" Type="http://schemas.openxmlformats.org/officeDocument/2006/relationships/customXml" Target="../ink/ink50.xml"/><Relationship Id="rId99" Type="http://schemas.openxmlformats.org/officeDocument/2006/relationships/image" Target="../media/image45.png"/><Relationship Id="rId101" Type="http://schemas.openxmlformats.org/officeDocument/2006/relationships/image" Target="../media/image46.png"/><Relationship Id="rId122" Type="http://schemas.openxmlformats.org/officeDocument/2006/relationships/customXml" Target="../ink/ink64.xml"/><Relationship Id="rId143" Type="http://schemas.openxmlformats.org/officeDocument/2006/relationships/image" Target="../media/image67.png"/><Relationship Id="rId148" Type="http://schemas.openxmlformats.org/officeDocument/2006/relationships/customXml" Target="../ink/ink77.xml"/><Relationship Id="rId164" Type="http://schemas.openxmlformats.org/officeDocument/2006/relationships/customXml" Target="../ink/ink85.xml"/><Relationship Id="rId169" Type="http://schemas.openxmlformats.org/officeDocument/2006/relationships/image" Target="../media/image80.png"/><Relationship Id="rId4" Type="http://schemas.openxmlformats.org/officeDocument/2006/relationships/image" Target="../media/image1.png"/><Relationship Id="rId9" Type="http://schemas.openxmlformats.org/officeDocument/2006/relationships/customXml" Target="../ink/ink5.xml"/><Relationship Id="rId26" Type="http://schemas.openxmlformats.org/officeDocument/2006/relationships/image" Target="../media/image9.png"/><Relationship Id="rId47" Type="http://schemas.openxmlformats.org/officeDocument/2006/relationships/customXml" Target="../ink/ink26.xml"/><Relationship Id="rId68" Type="http://schemas.openxmlformats.org/officeDocument/2006/relationships/customXml" Target="../ink/ink37.xml"/><Relationship Id="rId89" Type="http://schemas.openxmlformats.org/officeDocument/2006/relationships/image" Target="../media/image40.png"/><Relationship Id="rId112" Type="http://schemas.openxmlformats.org/officeDocument/2006/relationships/customXml" Target="../ink/ink59.xml"/><Relationship Id="rId133" Type="http://schemas.openxmlformats.org/officeDocument/2006/relationships/image" Target="../media/image62.png"/><Relationship Id="rId154" Type="http://schemas.openxmlformats.org/officeDocument/2006/relationships/customXml" Target="../ink/ink80.xml"/><Relationship Id="rId16" Type="http://schemas.openxmlformats.org/officeDocument/2006/relationships/image" Target="../media/image4.png"/><Relationship Id="rId37" Type="http://schemas.openxmlformats.org/officeDocument/2006/relationships/customXml" Target="../ink/ink21.xml"/><Relationship Id="rId58" Type="http://schemas.openxmlformats.org/officeDocument/2006/relationships/customXml" Target="../ink/ink32.xml"/><Relationship Id="rId79" Type="http://schemas.openxmlformats.org/officeDocument/2006/relationships/image" Target="../media/image35.png"/><Relationship Id="rId102" Type="http://schemas.openxmlformats.org/officeDocument/2006/relationships/customXml" Target="../ink/ink54.xml"/><Relationship Id="rId123" Type="http://schemas.openxmlformats.org/officeDocument/2006/relationships/image" Target="../media/image57.png"/><Relationship Id="rId144" Type="http://schemas.openxmlformats.org/officeDocument/2006/relationships/customXml" Target="../ink/ink75.xml"/><Relationship Id="rId90" Type="http://schemas.openxmlformats.org/officeDocument/2006/relationships/customXml" Target="../ink/ink48.xml"/><Relationship Id="rId165" Type="http://schemas.openxmlformats.org/officeDocument/2006/relationships/image" Target="../media/image78.png"/><Relationship Id="rId27" Type="http://schemas.openxmlformats.org/officeDocument/2006/relationships/customXml" Target="../ink/ink16.xml"/><Relationship Id="rId48" Type="http://schemas.openxmlformats.org/officeDocument/2006/relationships/image" Target="../media/image20.png"/><Relationship Id="rId69" Type="http://schemas.openxmlformats.org/officeDocument/2006/relationships/image" Target="../media/image30.png"/><Relationship Id="rId113" Type="http://schemas.openxmlformats.org/officeDocument/2006/relationships/image" Target="../media/image52.png"/><Relationship Id="rId134" Type="http://schemas.openxmlformats.org/officeDocument/2006/relationships/customXml" Target="../ink/ink70.xml"/><Relationship Id="rId80" Type="http://schemas.openxmlformats.org/officeDocument/2006/relationships/customXml" Target="../ink/ink43.xml"/><Relationship Id="rId155" Type="http://schemas.openxmlformats.org/officeDocument/2006/relationships/image" Target="../media/image73.png"/><Relationship Id="rId17" Type="http://schemas.openxmlformats.org/officeDocument/2006/relationships/customXml" Target="../ink/ink11.xml"/><Relationship Id="rId38" Type="http://schemas.openxmlformats.org/officeDocument/2006/relationships/image" Target="../media/image15.png"/><Relationship Id="rId59" Type="http://schemas.openxmlformats.org/officeDocument/2006/relationships/image" Target="../media/image25.png"/><Relationship Id="rId103" Type="http://schemas.openxmlformats.org/officeDocument/2006/relationships/image" Target="../media/image47.png"/><Relationship Id="rId124" Type="http://schemas.openxmlformats.org/officeDocument/2006/relationships/customXml" Target="../ink/ink6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F8407-3E34-8C1D-6FFF-EEC4BA50CA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zypyzape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4E95CF-12B8-2C8C-A2C4-B4DD0D742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313" y="3874823"/>
            <a:ext cx="8045373" cy="742279"/>
          </a:xfrm>
        </p:spPr>
        <p:txBody>
          <a:bodyPr>
            <a:normAutofit/>
          </a:bodyPr>
          <a:lstStyle/>
          <a:p>
            <a:r>
              <a:rPr lang="es-ES" dirty="0"/>
              <a:t>La energía se transformas, dale uso mientras la tengas.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7167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416C4-BC28-54E9-3D82-110CDDE68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Zypyzape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7F3FDA-6D74-69F3-56BD-5E88D50B5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Es como un motor que embraga entre dos ejes para usar de otra forma la energía.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En el campo de la eólica usamos esto para tener una reserva de energía cinética fácilmente transformable en electricidad. Vertiendo alternativamente entre dos aerogeneradores parte de la energía de vertido a red entre ellos, para tener una reserva energética momentáneamente disponible y obligatoriamente de consumo rápido</a:t>
            </a:r>
            <a:br>
              <a:rPr lang="es-ES" dirty="0"/>
            </a:br>
            <a:br>
              <a:rPr lang="es-ES" dirty="0"/>
            </a:br>
            <a:r>
              <a:rPr lang="es-ES" dirty="0"/>
              <a:t>Un aerogenerador también es un ventilador gigante, al vencer inercia en modo ventilador el viento tiene mayor facilidad para mantener el aspa a velocidad constante aun con consumo.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batería cinética es crítica para estabilizar la red. </a:t>
            </a:r>
          </a:p>
        </p:txBody>
      </p:sp>
    </p:spTree>
    <p:extLst>
      <p:ext uri="{BB962C8B-B14F-4D97-AF65-F5344CB8AC3E}">
        <p14:creationId xmlns:p14="http://schemas.microsoft.com/office/powerpoint/2010/main" val="2790257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BE744-2F67-3556-5F94-E93F125B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zypyzapear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A741DB-A14B-E35A-7BCE-0769FAFFE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Motor 1 </a:t>
            </a:r>
            <a:r>
              <a:rPr lang="es-ES" dirty="0">
                <a:sym typeface="Wingdings" panose="05000000000000000000" pitchFamily="2" charset="2"/>
              </a:rPr>
              <a:t>Motor2 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compartir energía entre motores de aerogeneradores para con una batería virtual alterar la opacidad del sistema de dos motores y regular la red. </a:t>
            </a:r>
            <a:br>
              <a:rPr lang="es-ES" dirty="0">
                <a:sym typeface="Wingdings" panose="05000000000000000000" pitchFamily="2" charset="2"/>
              </a:rPr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4031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29C67-D6D3-3010-1D7A-D12976F6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Opacidad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9AFBFA-62A3-02D9-69AA-2F370314C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Motor 1 </a:t>
            </a:r>
            <a:r>
              <a:rPr lang="es-ES" dirty="0">
                <a:sym typeface="Wingdings" panose="05000000000000000000" pitchFamily="2" charset="2"/>
              </a:rPr>
              <a:t>Motor2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Al entrar en ciclo entre los motores la energía 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En el sistema cinemático hay mas energía, por ende, más velocidad, más rozamiento, y si hay viento. Más resistencia a este, que se transforma en una aplicación activa de control de velocidad optima por intercambio energético, mayor opacidad del sistema </a:t>
            </a:r>
            <a:r>
              <a:rPr lang="es-ES" dirty="0" err="1">
                <a:sym typeface="Wingdings" panose="05000000000000000000" pitchFamily="2" charset="2"/>
              </a:rPr>
              <a:t>zypyzapeado</a:t>
            </a:r>
            <a:r>
              <a:rPr lang="es-ES" dirty="0">
                <a:sym typeface="Wingdings" panose="05000000000000000000" pitchFamily="2" charset="2"/>
              </a:rPr>
              <a:t> al viento. 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Esta mejora en la captación de energía es equiparable a las perdidas introducidas tanto eléctricas de temperatura y mecánicas. 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5509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37AFC-B167-FD1C-01FF-B2467196A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635522" cy="1346207"/>
          </a:xfrm>
        </p:spPr>
        <p:txBody>
          <a:bodyPr>
            <a:normAutofit/>
          </a:bodyPr>
          <a:lstStyle/>
          <a:p>
            <a:r>
              <a:rPr lang="es-ES" sz="4400" dirty="0"/>
              <a:t>Ciclo eléctrico&lt;-&gt;cinética -&gt; consumo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26264B-A92A-D7E1-4B9D-3547DB212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Almacenar la energía es usarla momentáneamente, estas permutaciones son a k*50Hz para simplicidad de cálculos. Con una transición de cambio y una duración de transferencia energética.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electricidad entra a los módulos </a:t>
            </a:r>
            <a:r>
              <a:rPr lang="es-ES" dirty="0" err="1"/>
              <a:t>ZypyZape</a:t>
            </a:r>
            <a:r>
              <a:rPr lang="es-ES" dirty="0"/>
              <a:t> con energía cinética y magnética intrínsecamente relacionadas. Y el movimiento con o sin viento regula la red. Permitiendo incluso sin viento regular la solar y con viento hacerlo mientras lo capturas.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La energía se transfiere, usémosla antes. </a:t>
            </a:r>
          </a:p>
        </p:txBody>
      </p:sp>
    </p:spTree>
    <p:extLst>
      <p:ext uri="{BB962C8B-B14F-4D97-AF65-F5344CB8AC3E}">
        <p14:creationId xmlns:p14="http://schemas.microsoft.com/office/powerpoint/2010/main" val="366114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00CE0-2CF8-8BC5-D7F3-D172F732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Modulo de 5 molinos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D7265F-928E-35F3-5AD5-DFFD94414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Aunque se pueda pensar que solo 2 motores usan la tecnología , existen 2 neutros de inyección de potencia donde se puede estabilizar la solar u otras alternativas no bien moldeadas.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El anillo actúa como un autorregulador de corriente por bobinado que comparte magnetismo con los motores centrales.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En esencia usamos 5 molinos para conectarlos como 3 funcionando en equipo. Un bobinado en anillo y dos bobinados en estrella todos con más de una bobina por línea.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90722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3081-46E1-FF19-D79A-D311418B9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42D77-F4D2-EBE8-5065-0A4C4504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Topología </a:t>
            </a:r>
            <a:r>
              <a:rPr lang="es-ES" dirty="0" err="1"/>
              <a:t>autorregulante</a:t>
            </a:r>
            <a:r>
              <a:rPr lang="es-ES" dirty="0"/>
              <a:t>, otra máquina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08A927-F9F3-A904-0BB8-3467E24B5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42601" y="1887257"/>
            <a:ext cx="5287849" cy="4186238"/>
          </a:xfrm>
        </p:spPr>
        <p:txBody>
          <a:bodyPr>
            <a:normAutofit fontScale="85000" lnSpcReduction="20000"/>
          </a:bodyPr>
          <a:lstStyle/>
          <a:p>
            <a:pPr marL="2286000" lvl="5" indent="0">
              <a:buNone/>
            </a:pPr>
            <a:r>
              <a:rPr lang="es-ES" dirty="0"/>
              <a:t>------MotorAnillo1---------                       </a:t>
            </a:r>
            <a:br>
              <a:rPr lang="es-ES" dirty="0"/>
            </a:br>
            <a:r>
              <a:rPr lang="es-ES" dirty="0"/>
              <a:t>|	|	      |      </a:t>
            </a:r>
            <a:br>
              <a:rPr lang="es-ES" dirty="0"/>
            </a:br>
            <a:r>
              <a:rPr lang="es-ES" dirty="0"/>
              <a:t>|---Motor 1 </a:t>
            </a:r>
            <a:r>
              <a:rPr lang="es-ES" dirty="0">
                <a:sym typeface="Wingdings" panose="05000000000000000000" pitchFamily="2" charset="2"/>
              </a:rPr>
              <a:t>Motor2--|</a:t>
            </a:r>
          </a:p>
          <a:p>
            <a:pPr marL="2286000" lvl="5" indent="0">
              <a:buNone/>
            </a:pPr>
            <a:r>
              <a:rPr lang="es-ES" dirty="0">
                <a:sym typeface="Wingdings" panose="05000000000000000000" pitchFamily="2" charset="2"/>
              </a:rPr>
              <a:t>|        ||                         ||                                    </a:t>
            </a:r>
          </a:p>
          <a:p>
            <a:pPr marL="2286000" lvl="5" indent="0">
              <a:buNone/>
            </a:pPr>
            <a:r>
              <a:rPr lang="es-ES" dirty="0">
                <a:sym typeface="Wingdings" panose="05000000000000000000" pitchFamily="2" charset="2"/>
              </a:rPr>
              <a:t> |----MotorAnillo2 y 3------|</a:t>
            </a:r>
          </a:p>
          <a:p>
            <a:pPr marL="2286000" lvl="5" indent="0">
              <a:buNone/>
            </a:pPr>
            <a:endParaRPr lang="es-ES" dirty="0">
              <a:sym typeface="Wingdings" panose="05000000000000000000" pitchFamily="2" charset="2"/>
            </a:endParaRPr>
          </a:p>
          <a:p>
            <a:pPr marL="2286000" lvl="5" indent="0">
              <a:buNone/>
            </a:pPr>
            <a:r>
              <a:rPr lang="es-ES" dirty="0">
                <a:sym typeface="Wingdings" panose="05000000000000000000" pitchFamily="2" charset="2"/>
              </a:rPr>
              <a:t>5 molinos para hacer 3 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bobinados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un anillo de 3 enseriados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dos estrellas 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de 2 enseriados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endParaRPr lang="es-ES" dirty="0">
              <a:sym typeface="Wingdings" panose="05000000000000000000" pitchFamily="2" charset="2"/>
            </a:endParaRPr>
          </a:p>
          <a:p>
            <a:pPr marL="2286000" lvl="5" indent="0">
              <a:buNone/>
            </a:pPr>
            <a:r>
              <a:rPr lang="es-ES" dirty="0">
                <a:sym typeface="Wingdings" panose="05000000000000000000" pitchFamily="2" charset="2"/>
              </a:rPr>
              <a:t>Motor2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con 3 bobinas del anillo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Motor1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con 3 bobinas del anillo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 err="1">
                <a:sym typeface="Wingdings" panose="05000000000000000000" pitchFamily="2" charset="2"/>
              </a:rPr>
              <a:t>Anillo</a:t>
            </a:r>
            <a:r>
              <a:rPr lang="es-ES" dirty="0">
                <a:sym typeface="Wingdings" panose="05000000000000000000" pitchFamily="2" charset="2"/>
              </a:rPr>
              <a:t> tres bobinas en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serie que regulan y 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mantienen voltaje.</a:t>
            </a:r>
            <a:endParaRPr lang="es-E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4F06A26A-AC75-CA6C-B376-40B2FDD6EF66}"/>
                  </a:ext>
                </a:extLst>
              </p14:cNvPr>
              <p14:cNvContentPartPr/>
              <p14:nvPr/>
            </p14:nvContentPartPr>
            <p14:xfrm>
              <a:off x="9377352" y="3980376"/>
              <a:ext cx="324000" cy="1224000"/>
            </p14:xfrm>
          </p:contentPart>
        </mc:Choice>
        <mc:Fallback xmlns=""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4F06A26A-AC75-CA6C-B376-40B2FDD6EF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71232" y="3974256"/>
                <a:ext cx="336240" cy="12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9" name="Entrada de lápiz 148">
                <a:extLst>
                  <a:ext uri="{FF2B5EF4-FFF2-40B4-BE49-F238E27FC236}">
                    <a16:creationId xmlns:a16="http://schemas.microsoft.com/office/drawing/2014/main" id="{F20C4E87-69CC-8740-7799-BAFCE3035204}"/>
                  </a:ext>
                </a:extLst>
              </p14:cNvPr>
              <p14:cNvContentPartPr/>
              <p14:nvPr/>
            </p14:nvContentPartPr>
            <p14:xfrm>
              <a:off x="2671632" y="4544496"/>
              <a:ext cx="360" cy="360"/>
            </p14:xfrm>
          </p:contentPart>
        </mc:Choice>
        <mc:Fallback xmlns="">
          <p:pic>
            <p:nvPicPr>
              <p:cNvPr id="149" name="Entrada de lápiz 148">
                <a:extLst>
                  <a:ext uri="{FF2B5EF4-FFF2-40B4-BE49-F238E27FC236}">
                    <a16:creationId xmlns:a16="http://schemas.microsoft.com/office/drawing/2014/main" id="{F20C4E87-69CC-8740-7799-BAFCE30352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5512" y="4538376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upo 151">
            <a:extLst>
              <a:ext uri="{FF2B5EF4-FFF2-40B4-BE49-F238E27FC236}">
                <a16:creationId xmlns:a16="http://schemas.microsoft.com/office/drawing/2014/main" id="{CFC82ADE-1F54-A55D-061E-9CCB4EA7578E}"/>
              </a:ext>
            </a:extLst>
          </p:cNvPr>
          <p:cNvGrpSpPr/>
          <p:nvPr/>
        </p:nvGrpSpPr>
        <p:grpSpPr>
          <a:xfrm>
            <a:off x="4821912" y="2658600"/>
            <a:ext cx="405720" cy="109800"/>
            <a:chOff x="4821912" y="2658600"/>
            <a:chExt cx="405720" cy="10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0" name="Entrada de lápiz 149">
                  <a:extLst>
                    <a:ext uri="{FF2B5EF4-FFF2-40B4-BE49-F238E27FC236}">
                      <a16:creationId xmlns:a16="http://schemas.microsoft.com/office/drawing/2014/main" id="{3BCABF41-C557-C36C-E9E6-A998C826EB0D}"/>
                    </a:ext>
                  </a:extLst>
                </p14:cNvPr>
                <p14:cNvContentPartPr/>
                <p14:nvPr/>
              </p14:nvContentPartPr>
              <p14:xfrm>
                <a:off x="5227272" y="2658600"/>
                <a:ext cx="360" cy="360"/>
              </p14:xfrm>
            </p:contentPart>
          </mc:Choice>
          <mc:Fallback xmlns="">
            <p:pic>
              <p:nvPicPr>
                <p:cNvPr id="150" name="Entrada de lápiz 149">
                  <a:extLst>
                    <a:ext uri="{FF2B5EF4-FFF2-40B4-BE49-F238E27FC236}">
                      <a16:creationId xmlns:a16="http://schemas.microsoft.com/office/drawing/2014/main" id="{3BCABF41-C557-C36C-E9E6-A998C826EB0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21152" y="26524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1" name="Entrada de lápiz 150">
                  <a:extLst>
                    <a:ext uri="{FF2B5EF4-FFF2-40B4-BE49-F238E27FC236}">
                      <a16:creationId xmlns:a16="http://schemas.microsoft.com/office/drawing/2014/main" id="{3431CB81-1AC4-D623-2F99-F6D4C01A15EF}"/>
                    </a:ext>
                  </a:extLst>
                </p14:cNvPr>
                <p14:cNvContentPartPr/>
                <p14:nvPr/>
              </p14:nvContentPartPr>
              <p14:xfrm>
                <a:off x="4821912" y="2768040"/>
                <a:ext cx="360" cy="360"/>
              </p14:xfrm>
            </p:contentPart>
          </mc:Choice>
          <mc:Fallback xmlns="">
            <p:pic>
              <p:nvPicPr>
                <p:cNvPr id="151" name="Entrada de lápiz 150">
                  <a:extLst>
                    <a:ext uri="{FF2B5EF4-FFF2-40B4-BE49-F238E27FC236}">
                      <a16:creationId xmlns:a16="http://schemas.microsoft.com/office/drawing/2014/main" id="{3431CB81-1AC4-D623-2F99-F6D4C01A15E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15792" y="27619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EDF6BE81-528A-4D8E-FE45-1264CDB1CC2D}"/>
              </a:ext>
            </a:extLst>
          </p:cNvPr>
          <p:cNvGrpSpPr/>
          <p:nvPr/>
        </p:nvGrpSpPr>
        <p:grpSpPr>
          <a:xfrm>
            <a:off x="4773312" y="2441160"/>
            <a:ext cx="246960" cy="73440"/>
            <a:chOff x="4773312" y="2441160"/>
            <a:chExt cx="246960" cy="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3" name="Entrada de lápiz 152">
                  <a:extLst>
                    <a:ext uri="{FF2B5EF4-FFF2-40B4-BE49-F238E27FC236}">
                      <a16:creationId xmlns:a16="http://schemas.microsoft.com/office/drawing/2014/main" id="{05C0849E-5506-AED6-9F14-F593982C92BD}"/>
                    </a:ext>
                  </a:extLst>
                </p14:cNvPr>
                <p14:cNvContentPartPr/>
                <p14:nvPr/>
              </p14:nvContentPartPr>
              <p14:xfrm>
                <a:off x="4773312" y="2441160"/>
                <a:ext cx="360" cy="360"/>
              </p14:xfrm>
            </p:contentPart>
          </mc:Choice>
          <mc:Fallback xmlns="">
            <p:pic>
              <p:nvPicPr>
                <p:cNvPr id="153" name="Entrada de lápiz 152">
                  <a:extLst>
                    <a:ext uri="{FF2B5EF4-FFF2-40B4-BE49-F238E27FC236}">
                      <a16:creationId xmlns:a16="http://schemas.microsoft.com/office/drawing/2014/main" id="{05C0849E-5506-AED6-9F14-F593982C92B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66832" y="24350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4" name="Entrada de lápiz 153">
                  <a:extLst>
                    <a:ext uri="{FF2B5EF4-FFF2-40B4-BE49-F238E27FC236}">
                      <a16:creationId xmlns:a16="http://schemas.microsoft.com/office/drawing/2014/main" id="{7D350F8F-73A5-D6C0-8167-C362BFC6471E}"/>
                    </a:ext>
                  </a:extLst>
                </p14:cNvPr>
                <p14:cNvContentPartPr/>
                <p14:nvPr/>
              </p14:nvContentPartPr>
              <p14:xfrm>
                <a:off x="4773312" y="2441160"/>
                <a:ext cx="360" cy="360"/>
              </p14:xfrm>
            </p:contentPart>
          </mc:Choice>
          <mc:Fallback xmlns="">
            <p:pic>
              <p:nvPicPr>
                <p:cNvPr id="154" name="Entrada de lápiz 153">
                  <a:extLst>
                    <a:ext uri="{FF2B5EF4-FFF2-40B4-BE49-F238E27FC236}">
                      <a16:creationId xmlns:a16="http://schemas.microsoft.com/office/drawing/2014/main" id="{7D350F8F-73A5-D6C0-8167-C362BFC6471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66832" y="243504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6" name="Entrada de lápiz 155">
                  <a:extLst>
                    <a:ext uri="{FF2B5EF4-FFF2-40B4-BE49-F238E27FC236}">
                      <a16:creationId xmlns:a16="http://schemas.microsoft.com/office/drawing/2014/main" id="{3A1D1617-2A25-CDD3-5F62-940731454B2F}"/>
                    </a:ext>
                  </a:extLst>
                </p14:cNvPr>
                <p14:cNvContentPartPr/>
                <p14:nvPr/>
              </p14:nvContentPartPr>
              <p14:xfrm>
                <a:off x="5019912" y="2514240"/>
                <a:ext cx="360" cy="360"/>
              </p14:xfrm>
            </p:contentPart>
          </mc:Choice>
          <mc:Fallback xmlns="">
            <p:pic>
              <p:nvPicPr>
                <p:cNvPr id="156" name="Entrada de lápiz 155">
                  <a:extLst>
                    <a:ext uri="{FF2B5EF4-FFF2-40B4-BE49-F238E27FC236}">
                      <a16:creationId xmlns:a16="http://schemas.microsoft.com/office/drawing/2014/main" id="{3A1D1617-2A25-CDD3-5F62-940731454B2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13792" y="25081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7" name="Entrada de lápiz 156">
                  <a:extLst>
                    <a:ext uri="{FF2B5EF4-FFF2-40B4-BE49-F238E27FC236}">
                      <a16:creationId xmlns:a16="http://schemas.microsoft.com/office/drawing/2014/main" id="{0FE60E09-444A-4FA2-D135-FC0E6F7522B5}"/>
                    </a:ext>
                  </a:extLst>
                </p14:cNvPr>
                <p14:cNvContentPartPr/>
                <p14:nvPr/>
              </p14:nvContentPartPr>
              <p14:xfrm>
                <a:off x="5019912" y="2514240"/>
                <a:ext cx="360" cy="360"/>
              </p14:xfrm>
            </p:contentPart>
          </mc:Choice>
          <mc:Fallback xmlns="">
            <p:pic>
              <p:nvPicPr>
                <p:cNvPr id="157" name="Entrada de lápiz 156">
                  <a:extLst>
                    <a:ext uri="{FF2B5EF4-FFF2-40B4-BE49-F238E27FC236}">
                      <a16:creationId xmlns:a16="http://schemas.microsoft.com/office/drawing/2014/main" id="{0FE60E09-444A-4FA2-D135-FC0E6F7522B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13792" y="25081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6065E4D8-CF10-F3C2-9309-3F49ADFBBDF2}"/>
                  </a:ext>
                </a:extLst>
              </p14:cNvPr>
              <p14:cNvContentPartPr/>
              <p14:nvPr/>
            </p14:nvContentPartPr>
            <p14:xfrm>
              <a:off x="6904152" y="3175416"/>
              <a:ext cx="3061800" cy="1274040"/>
            </p14:xfrm>
          </p:contentPart>
        </mc:Choice>
        <mc:Fallback xmlns=""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6065E4D8-CF10-F3C2-9309-3F49ADFBBDF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86152" y="3157776"/>
                <a:ext cx="3097440" cy="130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upo 166">
            <a:extLst>
              <a:ext uri="{FF2B5EF4-FFF2-40B4-BE49-F238E27FC236}">
                <a16:creationId xmlns:a16="http://schemas.microsoft.com/office/drawing/2014/main" id="{F79B8C28-18C0-D629-C3F8-B3FFF47BA017}"/>
              </a:ext>
            </a:extLst>
          </p:cNvPr>
          <p:cNvGrpSpPr/>
          <p:nvPr/>
        </p:nvGrpSpPr>
        <p:grpSpPr>
          <a:xfrm>
            <a:off x="6319512" y="2901456"/>
            <a:ext cx="4318200" cy="1891440"/>
            <a:chOff x="6319512" y="2901456"/>
            <a:chExt cx="4318200" cy="18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9" name="Entrada de lápiz 158">
                  <a:extLst>
                    <a:ext uri="{FF2B5EF4-FFF2-40B4-BE49-F238E27FC236}">
                      <a16:creationId xmlns:a16="http://schemas.microsoft.com/office/drawing/2014/main" id="{7FE039B1-857D-974A-EB23-4EFC8B70EF5A}"/>
                    </a:ext>
                  </a:extLst>
                </p14:cNvPr>
                <p14:cNvContentPartPr/>
                <p14:nvPr/>
              </p14:nvContentPartPr>
              <p14:xfrm>
                <a:off x="6319512" y="3192696"/>
                <a:ext cx="547200" cy="1586160"/>
              </p14:xfrm>
            </p:contentPart>
          </mc:Choice>
          <mc:Fallback xmlns="">
            <p:pic>
              <p:nvPicPr>
                <p:cNvPr id="159" name="Entrada de lápiz 158">
                  <a:extLst>
                    <a:ext uri="{FF2B5EF4-FFF2-40B4-BE49-F238E27FC236}">
                      <a16:creationId xmlns:a16="http://schemas.microsoft.com/office/drawing/2014/main" id="{7FE039B1-857D-974A-EB23-4EFC8B70EF5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01512" y="3174696"/>
                  <a:ext cx="582840" cy="16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0" name="Entrada de lápiz 159">
                  <a:extLst>
                    <a:ext uri="{FF2B5EF4-FFF2-40B4-BE49-F238E27FC236}">
                      <a16:creationId xmlns:a16="http://schemas.microsoft.com/office/drawing/2014/main" id="{B10518A8-CDBE-E861-6884-BC4BD72153BF}"/>
                    </a:ext>
                  </a:extLst>
                </p14:cNvPr>
                <p14:cNvContentPartPr/>
                <p14:nvPr/>
              </p14:nvContentPartPr>
              <p14:xfrm>
                <a:off x="6905592" y="3135816"/>
                <a:ext cx="1625400" cy="1519200"/>
              </p14:xfrm>
            </p:contentPart>
          </mc:Choice>
          <mc:Fallback xmlns="">
            <p:pic>
              <p:nvPicPr>
                <p:cNvPr id="160" name="Entrada de lápiz 159">
                  <a:extLst>
                    <a:ext uri="{FF2B5EF4-FFF2-40B4-BE49-F238E27FC236}">
                      <a16:creationId xmlns:a16="http://schemas.microsoft.com/office/drawing/2014/main" id="{B10518A8-CDBE-E861-6884-BC4BD72153B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87952" y="3117816"/>
                  <a:ext cx="1661040" cy="15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4" name="Entrada de lápiz 163">
                  <a:extLst>
                    <a:ext uri="{FF2B5EF4-FFF2-40B4-BE49-F238E27FC236}">
                      <a16:creationId xmlns:a16="http://schemas.microsoft.com/office/drawing/2014/main" id="{6BE5D3DE-2C96-8106-44DB-8B6E111955F6}"/>
                    </a:ext>
                  </a:extLst>
                </p14:cNvPr>
                <p14:cNvContentPartPr/>
                <p14:nvPr/>
              </p14:nvContentPartPr>
              <p14:xfrm>
                <a:off x="10091232" y="3109536"/>
                <a:ext cx="546480" cy="1373040"/>
              </p14:xfrm>
            </p:contentPart>
          </mc:Choice>
          <mc:Fallback xmlns="">
            <p:pic>
              <p:nvPicPr>
                <p:cNvPr id="164" name="Entrada de lápiz 163">
                  <a:extLst>
                    <a:ext uri="{FF2B5EF4-FFF2-40B4-BE49-F238E27FC236}">
                      <a16:creationId xmlns:a16="http://schemas.microsoft.com/office/drawing/2014/main" id="{6BE5D3DE-2C96-8106-44DB-8B6E111955F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73592" y="3091896"/>
                  <a:ext cx="582120" cy="14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5" name="Entrada de lápiz 164">
                  <a:extLst>
                    <a:ext uri="{FF2B5EF4-FFF2-40B4-BE49-F238E27FC236}">
                      <a16:creationId xmlns:a16="http://schemas.microsoft.com/office/drawing/2014/main" id="{4427C013-7DCF-57A5-45E8-212E270F6D15}"/>
                    </a:ext>
                  </a:extLst>
                </p14:cNvPr>
                <p14:cNvContentPartPr/>
                <p14:nvPr/>
              </p14:nvContentPartPr>
              <p14:xfrm>
                <a:off x="8805312" y="3096576"/>
                <a:ext cx="1321560" cy="1696320"/>
              </p14:xfrm>
            </p:contentPart>
          </mc:Choice>
          <mc:Fallback xmlns="">
            <p:pic>
              <p:nvPicPr>
                <p:cNvPr id="165" name="Entrada de lápiz 164">
                  <a:extLst>
                    <a:ext uri="{FF2B5EF4-FFF2-40B4-BE49-F238E27FC236}">
                      <a16:creationId xmlns:a16="http://schemas.microsoft.com/office/drawing/2014/main" id="{4427C013-7DCF-57A5-45E8-212E270F6D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87672" y="3078576"/>
                  <a:ext cx="1357200" cy="173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6" name="Entrada de lápiz 165">
                  <a:extLst>
                    <a:ext uri="{FF2B5EF4-FFF2-40B4-BE49-F238E27FC236}">
                      <a16:creationId xmlns:a16="http://schemas.microsoft.com/office/drawing/2014/main" id="{54E298A7-6C48-ABFE-25E9-4D56A684F565}"/>
                    </a:ext>
                  </a:extLst>
                </p14:cNvPr>
                <p14:cNvContentPartPr/>
                <p14:nvPr/>
              </p14:nvContentPartPr>
              <p14:xfrm>
                <a:off x="7002432" y="2901456"/>
                <a:ext cx="3000960" cy="1676520"/>
              </p14:xfrm>
            </p:contentPart>
          </mc:Choice>
          <mc:Fallback xmlns="">
            <p:pic>
              <p:nvPicPr>
                <p:cNvPr id="166" name="Entrada de lápiz 165">
                  <a:extLst>
                    <a:ext uri="{FF2B5EF4-FFF2-40B4-BE49-F238E27FC236}">
                      <a16:creationId xmlns:a16="http://schemas.microsoft.com/office/drawing/2014/main" id="{54E298A7-6C48-ABFE-25E9-4D56A684F5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84792" y="2883456"/>
                  <a:ext cx="3036600" cy="171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upo 172">
            <a:extLst>
              <a:ext uri="{FF2B5EF4-FFF2-40B4-BE49-F238E27FC236}">
                <a16:creationId xmlns:a16="http://schemas.microsoft.com/office/drawing/2014/main" id="{CC6BAE69-6816-9CAF-5F9E-E3954F908B63}"/>
              </a:ext>
            </a:extLst>
          </p:cNvPr>
          <p:cNvGrpSpPr/>
          <p:nvPr/>
        </p:nvGrpSpPr>
        <p:grpSpPr>
          <a:xfrm>
            <a:off x="6251112" y="1732176"/>
            <a:ext cx="5281920" cy="4415400"/>
            <a:chOff x="6251112" y="1732176"/>
            <a:chExt cx="5281920" cy="441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CCDAC090-A4B6-69B5-16EA-61DF0E7D02C4}"/>
                    </a:ext>
                  </a:extLst>
                </p14:cNvPr>
                <p14:cNvContentPartPr/>
                <p14:nvPr/>
              </p14:nvContentPartPr>
              <p14:xfrm>
                <a:off x="8258112" y="4588416"/>
                <a:ext cx="803520" cy="799560"/>
              </p14:xfrm>
            </p:contentPart>
          </mc:Choice>
          <mc:Fallback xmlns=""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CCDAC090-A4B6-69B5-16EA-61DF0E7D02C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51992" y="4582296"/>
                  <a:ext cx="815760" cy="81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3" name="Entrada de lápiz 62">
                  <a:extLst>
                    <a:ext uri="{FF2B5EF4-FFF2-40B4-BE49-F238E27FC236}">
                      <a16:creationId xmlns:a16="http://schemas.microsoft.com/office/drawing/2014/main" id="{5F77C071-358D-35F9-4F1E-00ED0F9D7FC8}"/>
                    </a:ext>
                  </a:extLst>
                </p14:cNvPr>
                <p14:cNvContentPartPr/>
                <p14:nvPr/>
              </p14:nvContentPartPr>
              <p14:xfrm>
                <a:off x="8853192" y="4483656"/>
                <a:ext cx="624240" cy="781560"/>
              </p14:xfrm>
            </p:contentPart>
          </mc:Choice>
          <mc:Fallback xmlns="">
            <p:pic>
              <p:nvPicPr>
                <p:cNvPr id="63" name="Entrada de lápiz 62">
                  <a:extLst>
                    <a:ext uri="{FF2B5EF4-FFF2-40B4-BE49-F238E27FC236}">
                      <a16:creationId xmlns:a16="http://schemas.microsoft.com/office/drawing/2014/main" id="{5F77C071-358D-35F9-4F1E-00ED0F9D7FC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47072" y="4477536"/>
                  <a:ext cx="63648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4" name="Entrada de lápiz 63">
                  <a:extLst>
                    <a:ext uri="{FF2B5EF4-FFF2-40B4-BE49-F238E27FC236}">
                      <a16:creationId xmlns:a16="http://schemas.microsoft.com/office/drawing/2014/main" id="{FF43C662-687A-B6ED-D271-2D2686C7197A}"/>
                    </a:ext>
                  </a:extLst>
                </p14:cNvPr>
                <p14:cNvContentPartPr/>
                <p14:nvPr/>
              </p14:nvContentPartPr>
              <p14:xfrm>
                <a:off x="8403552" y="4608216"/>
                <a:ext cx="995040" cy="711360"/>
              </p14:xfrm>
            </p:contentPart>
          </mc:Choice>
          <mc:Fallback xmlns="">
            <p:pic>
              <p:nvPicPr>
                <p:cNvPr id="64" name="Entrada de lápiz 63">
                  <a:extLst>
                    <a:ext uri="{FF2B5EF4-FFF2-40B4-BE49-F238E27FC236}">
                      <a16:creationId xmlns:a16="http://schemas.microsoft.com/office/drawing/2014/main" id="{FF43C662-687A-B6ED-D271-2D2686C7197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397432" y="4602096"/>
                  <a:ext cx="1007280" cy="72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65" name="Entrada de lápiz 64">
                  <a:extLst>
                    <a:ext uri="{FF2B5EF4-FFF2-40B4-BE49-F238E27FC236}">
                      <a16:creationId xmlns:a16="http://schemas.microsoft.com/office/drawing/2014/main" id="{C8D56DE8-0D20-B5D5-844D-3253A0A5E14D}"/>
                    </a:ext>
                  </a:extLst>
                </p14:cNvPr>
                <p14:cNvContentPartPr/>
                <p14:nvPr/>
              </p14:nvContentPartPr>
              <p14:xfrm>
                <a:off x="10033632" y="4382856"/>
                <a:ext cx="665280" cy="884880"/>
              </p14:xfrm>
            </p:contentPart>
          </mc:Choice>
          <mc:Fallback xmlns="">
            <p:pic>
              <p:nvPicPr>
                <p:cNvPr id="65" name="Entrada de lápiz 64">
                  <a:extLst>
                    <a:ext uri="{FF2B5EF4-FFF2-40B4-BE49-F238E27FC236}">
                      <a16:creationId xmlns:a16="http://schemas.microsoft.com/office/drawing/2014/main" id="{C8D56DE8-0D20-B5D5-844D-3253A0A5E1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027512" y="4376736"/>
                  <a:ext cx="67752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66" name="Entrada de lápiz 65">
                  <a:extLst>
                    <a:ext uri="{FF2B5EF4-FFF2-40B4-BE49-F238E27FC236}">
                      <a16:creationId xmlns:a16="http://schemas.microsoft.com/office/drawing/2014/main" id="{F09BEEA5-AA1C-E937-D8FC-6EDCC4CE8456}"/>
                    </a:ext>
                  </a:extLst>
                </p14:cNvPr>
                <p14:cNvContentPartPr/>
                <p14:nvPr/>
              </p14:nvContentPartPr>
              <p14:xfrm>
                <a:off x="10566792" y="4286736"/>
                <a:ext cx="626400" cy="917640"/>
              </p14:xfrm>
            </p:contentPart>
          </mc:Choice>
          <mc:Fallback xmlns="">
            <p:pic>
              <p:nvPicPr>
                <p:cNvPr id="66" name="Entrada de lápiz 65">
                  <a:extLst>
                    <a:ext uri="{FF2B5EF4-FFF2-40B4-BE49-F238E27FC236}">
                      <a16:creationId xmlns:a16="http://schemas.microsoft.com/office/drawing/2014/main" id="{F09BEEA5-AA1C-E937-D8FC-6EDCC4CE84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560672" y="4280616"/>
                  <a:ext cx="638640" cy="9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67" name="Entrada de lápiz 66">
                  <a:extLst>
                    <a:ext uri="{FF2B5EF4-FFF2-40B4-BE49-F238E27FC236}">
                      <a16:creationId xmlns:a16="http://schemas.microsoft.com/office/drawing/2014/main" id="{B52EF2D7-DB9D-2937-40D5-6C1C9200FB4C}"/>
                    </a:ext>
                  </a:extLst>
                </p14:cNvPr>
                <p14:cNvContentPartPr/>
                <p14:nvPr/>
              </p14:nvContentPartPr>
              <p14:xfrm>
                <a:off x="10135152" y="4543776"/>
                <a:ext cx="871560" cy="636120"/>
              </p14:xfrm>
            </p:contentPart>
          </mc:Choice>
          <mc:Fallback xmlns="">
            <p:pic>
              <p:nvPicPr>
                <p:cNvPr id="67" name="Entrada de lápiz 66">
                  <a:extLst>
                    <a:ext uri="{FF2B5EF4-FFF2-40B4-BE49-F238E27FC236}">
                      <a16:creationId xmlns:a16="http://schemas.microsoft.com/office/drawing/2014/main" id="{B52EF2D7-DB9D-2937-40D5-6C1C9200FB4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129032" y="4537656"/>
                  <a:ext cx="883800" cy="64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06BF1BC7-BC2E-3FF0-735C-14D44DC181DD}"/>
                    </a:ext>
                  </a:extLst>
                </p14:cNvPr>
                <p14:cNvContentPartPr/>
                <p14:nvPr/>
              </p14:nvContentPartPr>
              <p14:xfrm>
                <a:off x="6816312" y="2002536"/>
                <a:ext cx="111960" cy="1115640"/>
              </p14:xfrm>
            </p:contentPart>
          </mc:Choice>
          <mc:Fallback xmlns=""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06BF1BC7-BC2E-3FF0-735C-14D44DC181D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10192" y="1996416"/>
                  <a:ext cx="124200" cy="11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8DD26EF5-D9F0-DB6F-EE02-57127F8D8E8B}"/>
                    </a:ext>
                  </a:extLst>
                </p14:cNvPr>
                <p14:cNvContentPartPr/>
                <p14:nvPr/>
              </p14:nvContentPartPr>
              <p14:xfrm>
                <a:off x="6757632" y="2181816"/>
                <a:ext cx="241200" cy="568440"/>
              </p14:xfrm>
            </p:contentPart>
          </mc:Choice>
          <mc:Fallback xmlns=""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8DD26EF5-D9F0-DB6F-EE02-57127F8D8E8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751512" y="2175696"/>
                  <a:ext cx="25344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41409CF2-67F8-A22C-94F9-C5ED72E21F84}"/>
                    </a:ext>
                  </a:extLst>
                </p14:cNvPr>
                <p14:cNvContentPartPr/>
                <p14:nvPr/>
              </p14:nvContentPartPr>
              <p14:xfrm>
                <a:off x="6866352" y="3201336"/>
                <a:ext cx="440280" cy="654120"/>
              </p14:xfrm>
            </p:contentPart>
          </mc:Choice>
          <mc:Fallback xmlns=""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41409CF2-67F8-A22C-94F9-C5ED72E21F8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60232" y="3195216"/>
                  <a:ext cx="45252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16B505BE-24AB-CDEC-DE6C-65897408AD10}"/>
                    </a:ext>
                  </a:extLst>
                </p14:cNvPr>
                <p14:cNvContentPartPr/>
                <p14:nvPr/>
              </p14:nvContentPartPr>
              <p14:xfrm>
                <a:off x="6950952" y="3424896"/>
                <a:ext cx="251640" cy="376920"/>
              </p14:xfrm>
            </p:contentPart>
          </mc:Choice>
          <mc:Fallback xmlns=""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16B505BE-24AB-CDEC-DE6C-65897408AD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44832" y="3418776"/>
                  <a:ext cx="2638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4EC4851F-8696-2CAB-E703-4FEB71297AAA}"/>
                    </a:ext>
                  </a:extLst>
                </p14:cNvPr>
                <p14:cNvContentPartPr/>
                <p14:nvPr/>
              </p14:nvContentPartPr>
              <p14:xfrm>
                <a:off x="6251112" y="3371976"/>
                <a:ext cx="381600" cy="348120"/>
              </p14:xfrm>
            </p:contentPart>
          </mc:Choice>
          <mc:Fallback xmlns=""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4EC4851F-8696-2CAB-E703-4FEB71297AA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44992" y="3365856"/>
                  <a:ext cx="3938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2CD06F1F-8A0A-FC86-23F1-11A1942E976D}"/>
                    </a:ext>
                  </a:extLst>
                </p14:cNvPr>
                <p14:cNvContentPartPr/>
                <p14:nvPr/>
              </p14:nvContentPartPr>
              <p14:xfrm>
                <a:off x="6334272" y="3482496"/>
                <a:ext cx="147240" cy="213840"/>
              </p14:xfrm>
            </p:contentPart>
          </mc:Choice>
          <mc:Fallback xmlns=""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2CD06F1F-8A0A-FC86-23F1-11A1942E976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28152" y="3476376"/>
                  <a:ext cx="159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D8C15D88-317E-5A7E-21AD-34EDEFBDF318}"/>
                    </a:ext>
                  </a:extLst>
                </p14:cNvPr>
                <p14:cNvContentPartPr/>
                <p14:nvPr/>
              </p14:nvContentPartPr>
              <p14:xfrm>
                <a:off x="6306552" y="4593096"/>
                <a:ext cx="622440" cy="793440"/>
              </p14:xfrm>
            </p:contentPart>
          </mc:Choice>
          <mc:Fallback xmlns=""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D8C15D88-317E-5A7E-21AD-34EDEFBDF31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300432" y="4586976"/>
                  <a:ext cx="63468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735F9EAB-9D83-A9ED-411B-C0EC819A4D32}"/>
                    </a:ext>
                  </a:extLst>
                </p14:cNvPr>
                <p14:cNvContentPartPr/>
                <p14:nvPr/>
              </p14:nvContentPartPr>
              <p14:xfrm>
                <a:off x="6954192" y="4531536"/>
                <a:ext cx="497520" cy="754200"/>
              </p14:xfrm>
            </p:contentPart>
          </mc:Choice>
          <mc:Fallback xmlns=""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735F9EAB-9D83-A9ED-411B-C0EC819A4D3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48072" y="4525416"/>
                  <a:ext cx="50976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373AB8A4-89BB-B304-044F-6DB6EA254F5A}"/>
                    </a:ext>
                  </a:extLst>
                </p14:cNvPr>
                <p14:cNvContentPartPr/>
                <p14:nvPr/>
              </p14:nvContentPartPr>
              <p14:xfrm>
                <a:off x="6319872" y="5375736"/>
                <a:ext cx="360" cy="360"/>
              </p14:xfrm>
            </p:contentPart>
          </mc:Choice>
          <mc:Fallback xmlns=""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373AB8A4-89BB-B304-044F-6DB6EA254F5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13752" y="536961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9B272BB0-0944-D62D-BEB6-E67385AC1A00}"/>
                    </a:ext>
                  </a:extLst>
                </p14:cNvPr>
                <p14:cNvContentPartPr/>
                <p14:nvPr/>
              </p14:nvContentPartPr>
              <p14:xfrm>
                <a:off x="6425352" y="4671216"/>
                <a:ext cx="932040" cy="556200"/>
              </p14:xfrm>
            </p:contentPart>
          </mc:Choice>
          <mc:Fallback xmlns=""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9B272BB0-0944-D62D-BEB6-E67385AC1A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19232" y="4665096"/>
                  <a:ext cx="94428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1" name="Entrada de lápiz 80">
                  <a:extLst>
                    <a:ext uri="{FF2B5EF4-FFF2-40B4-BE49-F238E27FC236}">
                      <a16:creationId xmlns:a16="http://schemas.microsoft.com/office/drawing/2014/main" id="{2F6F82F8-FEE9-3CFC-C272-FC2F58C8F6ED}"/>
                    </a:ext>
                  </a:extLst>
                </p14:cNvPr>
                <p14:cNvContentPartPr/>
                <p14:nvPr/>
              </p14:nvContentPartPr>
              <p14:xfrm>
                <a:off x="9455112" y="1748736"/>
                <a:ext cx="748800" cy="2232000"/>
              </p14:xfrm>
            </p:contentPart>
          </mc:Choice>
          <mc:Fallback xmlns="">
            <p:pic>
              <p:nvPicPr>
                <p:cNvPr id="81" name="Entrada de lápiz 80">
                  <a:extLst>
                    <a:ext uri="{FF2B5EF4-FFF2-40B4-BE49-F238E27FC236}">
                      <a16:creationId xmlns:a16="http://schemas.microsoft.com/office/drawing/2014/main" id="{2F6F82F8-FEE9-3CFC-C272-FC2F58C8F6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48992" y="1742616"/>
                  <a:ext cx="761040" cy="22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2" name="Entrada de lápiz 81">
                  <a:extLst>
                    <a:ext uri="{FF2B5EF4-FFF2-40B4-BE49-F238E27FC236}">
                      <a16:creationId xmlns:a16="http://schemas.microsoft.com/office/drawing/2014/main" id="{14D1D880-58FA-97E4-4284-CA8F9383FF4E}"/>
                    </a:ext>
                  </a:extLst>
                </p14:cNvPr>
                <p14:cNvContentPartPr/>
                <p14:nvPr/>
              </p14:nvContentPartPr>
              <p14:xfrm>
                <a:off x="10117152" y="3022056"/>
                <a:ext cx="726840" cy="1042560"/>
              </p14:xfrm>
            </p:contentPart>
          </mc:Choice>
          <mc:Fallback xmlns="">
            <p:pic>
              <p:nvPicPr>
                <p:cNvPr id="82" name="Entrada de lápiz 81">
                  <a:extLst>
                    <a:ext uri="{FF2B5EF4-FFF2-40B4-BE49-F238E27FC236}">
                      <a16:creationId xmlns:a16="http://schemas.microsoft.com/office/drawing/2014/main" id="{14D1D880-58FA-97E4-4284-CA8F9383FF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11032" y="3015936"/>
                  <a:ext cx="739080" cy="10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3" name="Entrada de lápiz 82">
                  <a:extLst>
                    <a:ext uri="{FF2B5EF4-FFF2-40B4-BE49-F238E27FC236}">
                      <a16:creationId xmlns:a16="http://schemas.microsoft.com/office/drawing/2014/main" id="{FA22B847-5100-3336-A8CD-8A8C3D1CEA84}"/>
                    </a:ext>
                  </a:extLst>
                </p14:cNvPr>
                <p14:cNvContentPartPr/>
                <p14:nvPr/>
              </p14:nvContentPartPr>
              <p14:xfrm>
                <a:off x="9624312" y="3287376"/>
                <a:ext cx="282240" cy="379440"/>
              </p14:xfrm>
            </p:contentPart>
          </mc:Choice>
          <mc:Fallback xmlns="">
            <p:pic>
              <p:nvPicPr>
                <p:cNvPr id="83" name="Entrada de lápiz 82">
                  <a:extLst>
                    <a:ext uri="{FF2B5EF4-FFF2-40B4-BE49-F238E27FC236}">
                      <a16:creationId xmlns:a16="http://schemas.microsoft.com/office/drawing/2014/main" id="{FA22B847-5100-3336-A8CD-8A8C3D1CEA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18192" y="3281256"/>
                  <a:ext cx="2944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4" name="Entrada de lápiz 83">
                  <a:extLst>
                    <a:ext uri="{FF2B5EF4-FFF2-40B4-BE49-F238E27FC236}">
                      <a16:creationId xmlns:a16="http://schemas.microsoft.com/office/drawing/2014/main" id="{55F9B9D0-39DB-71C4-B2EB-EE7276B7F33F}"/>
                    </a:ext>
                  </a:extLst>
                </p14:cNvPr>
                <p14:cNvContentPartPr/>
                <p14:nvPr/>
              </p14:nvContentPartPr>
              <p14:xfrm>
                <a:off x="9950832" y="2204496"/>
                <a:ext cx="314280" cy="420480"/>
              </p14:xfrm>
            </p:contentPart>
          </mc:Choice>
          <mc:Fallback xmlns="">
            <p:pic>
              <p:nvPicPr>
                <p:cNvPr id="84" name="Entrada de lápiz 83">
                  <a:extLst>
                    <a:ext uri="{FF2B5EF4-FFF2-40B4-BE49-F238E27FC236}">
                      <a16:creationId xmlns:a16="http://schemas.microsoft.com/office/drawing/2014/main" id="{55F9B9D0-39DB-71C4-B2EB-EE7276B7F33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44712" y="2198376"/>
                  <a:ext cx="32652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3C1280AC-3559-9490-BF35-3DDB2C44E721}"/>
                    </a:ext>
                  </a:extLst>
                </p14:cNvPr>
                <p14:cNvContentPartPr/>
                <p14:nvPr/>
              </p14:nvContentPartPr>
              <p14:xfrm>
                <a:off x="10224432" y="3389256"/>
                <a:ext cx="381240" cy="46980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3C1280AC-3559-9490-BF35-3DDB2C44E72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218312" y="3383136"/>
                  <a:ext cx="39348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6D2A1A07-2F8A-7A18-A7E1-3C182EBCBB82}"/>
                    </a:ext>
                  </a:extLst>
                </p14:cNvPr>
                <p14:cNvContentPartPr/>
                <p14:nvPr/>
              </p14:nvContentPartPr>
              <p14:xfrm>
                <a:off x="10086552" y="5126976"/>
                <a:ext cx="360" cy="1764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6D2A1A07-2F8A-7A18-A7E1-3C182EBCBB8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80432" y="5120856"/>
                  <a:ext cx="12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79819DDF-A20A-FAE7-A5CC-4C943322A95F}"/>
                    </a:ext>
                  </a:extLst>
                </p14:cNvPr>
                <p14:cNvContentPartPr/>
                <p14:nvPr/>
              </p14:nvContentPartPr>
              <p14:xfrm>
                <a:off x="9322272" y="4656096"/>
                <a:ext cx="795240" cy="52776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79819DDF-A20A-FAE7-A5CC-4C943322A95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16152" y="4649976"/>
                  <a:ext cx="80748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97408958-AC88-9544-3144-B464694CCBF0}"/>
                    </a:ext>
                  </a:extLst>
                </p14:cNvPr>
                <p14:cNvContentPartPr/>
                <p14:nvPr/>
              </p14:nvContentPartPr>
              <p14:xfrm>
                <a:off x="7310592" y="4720536"/>
                <a:ext cx="1150920" cy="62496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97408958-AC88-9544-3144-B464694CCBF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304472" y="4714416"/>
                  <a:ext cx="116316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59703E4C-2955-CF07-FC58-351EE9BDB4FD}"/>
                    </a:ext>
                  </a:extLst>
                </p14:cNvPr>
                <p14:cNvContentPartPr/>
                <p14:nvPr/>
              </p14:nvContentPartPr>
              <p14:xfrm>
                <a:off x="6512472" y="4759056"/>
                <a:ext cx="418680" cy="54396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59703E4C-2955-CF07-FC58-351EE9BDB4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06352" y="4752936"/>
                  <a:ext cx="43092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391BA8C5-9500-AB60-D541-6A72CFC3159C}"/>
                    </a:ext>
                  </a:extLst>
                </p14:cNvPr>
                <p14:cNvContentPartPr/>
                <p14:nvPr/>
              </p14:nvContentPartPr>
              <p14:xfrm>
                <a:off x="6687432" y="4739616"/>
                <a:ext cx="617400" cy="53352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391BA8C5-9500-AB60-D541-6A72CFC3159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81312" y="4733496"/>
                  <a:ext cx="62964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0E8E4F08-BDED-27D7-C3F1-77D5D889B258}"/>
                    </a:ext>
                  </a:extLst>
                </p14:cNvPr>
                <p14:cNvContentPartPr/>
                <p14:nvPr/>
              </p14:nvContentPartPr>
              <p14:xfrm>
                <a:off x="6996672" y="4544496"/>
                <a:ext cx="327960" cy="57348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0E8E4F08-BDED-27D7-C3F1-77D5D889B2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90552" y="4538376"/>
                  <a:ext cx="34020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09" name="Entrada de lápiz 108">
                  <a:extLst>
                    <a:ext uri="{FF2B5EF4-FFF2-40B4-BE49-F238E27FC236}">
                      <a16:creationId xmlns:a16="http://schemas.microsoft.com/office/drawing/2014/main" id="{A411B955-6ACD-A59A-4919-3E9EFB269551}"/>
                    </a:ext>
                  </a:extLst>
                </p14:cNvPr>
                <p14:cNvContentPartPr/>
                <p14:nvPr/>
              </p14:nvContentPartPr>
              <p14:xfrm>
                <a:off x="8483832" y="4819536"/>
                <a:ext cx="509400" cy="394920"/>
              </p14:xfrm>
            </p:contentPart>
          </mc:Choice>
          <mc:Fallback xmlns="">
            <p:pic>
              <p:nvPicPr>
                <p:cNvPr id="109" name="Entrada de lápiz 108">
                  <a:extLst>
                    <a:ext uri="{FF2B5EF4-FFF2-40B4-BE49-F238E27FC236}">
                      <a16:creationId xmlns:a16="http://schemas.microsoft.com/office/drawing/2014/main" id="{A411B955-6ACD-A59A-4919-3E9EFB26955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477712" y="4813416"/>
                  <a:ext cx="52164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C5A17B01-8238-3CA0-E4E5-DAEA500323A6}"/>
                    </a:ext>
                  </a:extLst>
                </p14:cNvPr>
                <p14:cNvContentPartPr/>
                <p14:nvPr/>
              </p14:nvContentPartPr>
              <p14:xfrm>
                <a:off x="8615232" y="4633776"/>
                <a:ext cx="745560" cy="47304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C5A17B01-8238-3CA0-E4E5-DAEA500323A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09112" y="4627656"/>
                  <a:ext cx="75780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DA49EE9A-9290-A840-BFCF-388DC69851BD}"/>
                    </a:ext>
                  </a:extLst>
                </p14:cNvPr>
                <p14:cNvContentPartPr/>
                <p14:nvPr/>
              </p14:nvContentPartPr>
              <p14:xfrm>
                <a:off x="8899632" y="4579776"/>
                <a:ext cx="399960" cy="53208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DA49EE9A-9290-A840-BFCF-388DC69851B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93512" y="4573656"/>
                  <a:ext cx="41220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21A6EFF-0040-F9D2-2CA7-D579C2D2603A}"/>
                    </a:ext>
                  </a:extLst>
                </p14:cNvPr>
                <p14:cNvContentPartPr/>
                <p14:nvPr/>
              </p14:nvContentPartPr>
              <p14:xfrm>
                <a:off x="10098792" y="4531536"/>
                <a:ext cx="404640" cy="52488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21A6EFF-0040-F9D2-2CA7-D579C2D2603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92672" y="4525416"/>
                  <a:ext cx="4168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28AE4142-1B92-C5DF-6875-BBCB5B066725}"/>
                    </a:ext>
                  </a:extLst>
                </p14:cNvPr>
                <p14:cNvContentPartPr/>
                <p14:nvPr/>
              </p14:nvContentPartPr>
              <p14:xfrm>
                <a:off x="10571472" y="4338936"/>
                <a:ext cx="464400" cy="75168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28AE4142-1B92-C5DF-6875-BBCB5B06672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65352" y="4332816"/>
                  <a:ext cx="47664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16" name="Entrada de lápiz 115">
                  <a:extLst>
                    <a:ext uri="{FF2B5EF4-FFF2-40B4-BE49-F238E27FC236}">
                      <a16:creationId xmlns:a16="http://schemas.microsoft.com/office/drawing/2014/main" id="{A9B58EF3-AB38-B200-7769-59E6F919FB1F}"/>
                    </a:ext>
                  </a:extLst>
                </p14:cNvPr>
                <p14:cNvContentPartPr/>
                <p14:nvPr/>
              </p14:nvContentPartPr>
              <p14:xfrm>
                <a:off x="10390752" y="4671576"/>
                <a:ext cx="447120" cy="332280"/>
              </p14:xfrm>
            </p:contentPart>
          </mc:Choice>
          <mc:Fallback xmlns="">
            <p:pic>
              <p:nvPicPr>
                <p:cNvPr id="116" name="Entrada de lápiz 115">
                  <a:extLst>
                    <a:ext uri="{FF2B5EF4-FFF2-40B4-BE49-F238E27FC236}">
                      <a16:creationId xmlns:a16="http://schemas.microsoft.com/office/drawing/2014/main" id="{A9B58EF3-AB38-B200-7769-59E6F919FB1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84632" y="4665456"/>
                  <a:ext cx="4593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E23713CE-A321-45FA-81C2-C27B1FB5E81A}"/>
                    </a:ext>
                  </a:extLst>
                </p14:cNvPr>
                <p14:cNvContentPartPr/>
                <p14:nvPr/>
              </p14:nvContentPartPr>
              <p14:xfrm>
                <a:off x="10853712" y="4120776"/>
                <a:ext cx="173520" cy="20412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E23713CE-A321-45FA-81C2-C27B1FB5E81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47592" y="4114656"/>
                  <a:ext cx="1857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01254843-8D04-AF69-C24B-0D7C57641403}"/>
                    </a:ext>
                  </a:extLst>
                </p14:cNvPr>
                <p14:cNvContentPartPr/>
                <p14:nvPr/>
              </p14:nvContentPartPr>
              <p14:xfrm>
                <a:off x="10129032" y="1732176"/>
                <a:ext cx="236160" cy="10224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01254843-8D04-AF69-C24B-0D7C5764140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22912" y="1726056"/>
                  <a:ext cx="248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E08CDEE6-941C-45DD-42DF-B7ED1F6F1855}"/>
                    </a:ext>
                  </a:extLst>
                </p14:cNvPr>
                <p14:cNvContentPartPr/>
                <p14:nvPr/>
              </p14:nvContentPartPr>
              <p14:xfrm>
                <a:off x="10141632" y="2962296"/>
                <a:ext cx="108360" cy="15768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E08CDEE6-941C-45DD-42DF-B7ED1F6F185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35512" y="2956176"/>
                  <a:ext cx="120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67E4A5EE-955E-3795-5979-1753560B7905}"/>
                    </a:ext>
                  </a:extLst>
                </p14:cNvPr>
                <p14:cNvContentPartPr/>
                <p14:nvPr/>
              </p14:nvContentPartPr>
              <p14:xfrm>
                <a:off x="9421992" y="3936816"/>
                <a:ext cx="150120" cy="6660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67E4A5EE-955E-3795-5979-1753560B790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15872" y="3930696"/>
                  <a:ext cx="1623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23" name="Entrada de lápiz 122">
                  <a:extLst>
                    <a:ext uri="{FF2B5EF4-FFF2-40B4-BE49-F238E27FC236}">
                      <a16:creationId xmlns:a16="http://schemas.microsoft.com/office/drawing/2014/main" id="{991EBCC3-7C78-F867-6917-6451EFE73AB3}"/>
                    </a:ext>
                  </a:extLst>
                </p14:cNvPr>
                <p14:cNvContentPartPr/>
                <p14:nvPr/>
              </p14:nvContentPartPr>
              <p14:xfrm>
                <a:off x="9864792" y="4202496"/>
                <a:ext cx="191520" cy="300240"/>
              </p14:xfrm>
            </p:contentPart>
          </mc:Choice>
          <mc:Fallback xmlns="">
            <p:pic>
              <p:nvPicPr>
                <p:cNvPr id="123" name="Entrada de lápiz 122">
                  <a:extLst>
                    <a:ext uri="{FF2B5EF4-FFF2-40B4-BE49-F238E27FC236}">
                      <a16:creationId xmlns:a16="http://schemas.microsoft.com/office/drawing/2014/main" id="{991EBCC3-7C78-F867-6917-6451EFE73A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58672" y="4196376"/>
                  <a:ext cx="2037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24" name="Entrada de lápiz 123">
                  <a:extLst>
                    <a:ext uri="{FF2B5EF4-FFF2-40B4-BE49-F238E27FC236}">
                      <a16:creationId xmlns:a16="http://schemas.microsoft.com/office/drawing/2014/main" id="{B700F7B1-8A6B-3853-0B00-8D13E225E191}"/>
                    </a:ext>
                  </a:extLst>
                </p14:cNvPr>
                <p14:cNvContentPartPr/>
                <p14:nvPr/>
              </p14:nvContentPartPr>
              <p14:xfrm>
                <a:off x="10417032" y="4291416"/>
                <a:ext cx="220680" cy="115200"/>
              </p14:xfrm>
            </p:contentPart>
          </mc:Choice>
          <mc:Fallback xmlns="">
            <p:pic>
              <p:nvPicPr>
                <p:cNvPr id="124" name="Entrada de lápiz 123">
                  <a:extLst>
                    <a:ext uri="{FF2B5EF4-FFF2-40B4-BE49-F238E27FC236}">
                      <a16:creationId xmlns:a16="http://schemas.microsoft.com/office/drawing/2014/main" id="{B700F7B1-8A6B-3853-0B00-8D13E225E19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10912" y="4285296"/>
                  <a:ext cx="232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27" name="Entrada de lápiz 126">
                  <a:extLst>
                    <a:ext uri="{FF2B5EF4-FFF2-40B4-BE49-F238E27FC236}">
                      <a16:creationId xmlns:a16="http://schemas.microsoft.com/office/drawing/2014/main" id="{1EF6E38A-0E74-DA21-E2E0-3AC4358A4236}"/>
                    </a:ext>
                  </a:extLst>
                </p14:cNvPr>
                <p14:cNvContentPartPr/>
                <p14:nvPr/>
              </p14:nvContentPartPr>
              <p14:xfrm>
                <a:off x="10062792" y="4269096"/>
                <a:ext cx="971280" cy="903960"/>
              </p14:xfrm>
            </p:contentPart>
          </mc:Choice>
          <mc:Fallback xmlns="">
            <p:pic>
              <p:nvPicPr>
                <p:cNvPr id="127" name="Entrada de lápiz 126">
                  <a:extLst>
                    <a:ext uri="{FF2B5EF4-FFF2-40B4-BE49-F238E27FC236}">
                      <a16:creationId xmlns:a16="http://schemas.microsoft.com/office/drawing/2014/main" id="{1EF6E38A-0E74-DA21-E2E0-3AC4358A42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56672" y="4262976"/>
                  <a:ext cx="98352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9" name="Entrada de lápiz 128">
                  <a:extLst>
                    <a:ext uri="{FF2B5EF4-FFF2-40B4-BE49-F238E27FC236}">
                      <a16:creationId xmlns:a16="http://schemas.microsoft.com/office/drawing/2014/main" id="{06355E40-BAF3-6269-170A-F539C5EE36C7}"/>
                    </a:ext>
                  </a:extLst>
                </p14:cNvPr>
                <p14:cNvContentPartPr/>
                <p14:nvPr/>
              </p14:nvContentPartPr>
              <p14:xfrm>
                <a:off x="10095192" y="5072616"/>
                <a:ext cx="101880" cy="146160"/>
              </p14:xfrm>
            </p:contentPart>
          </mc:Choice>
          <mc:Fallback xmlns="">
            <p:pic>
              <p:nvPicPr>
                <p:cNvPr id="129" name="Entrada de lápiz 128">
                  <a:extLst>
                    <a:ext uri="{FF2B5EF4-FFF2-40B4-BE49-F238E27FC236}">
                      <a16:creationId xmlns:a16="http://schemas.microsoft.com/office/drawing/2014/main" id="{06355E40-BAF3-6269-170A-F539C5EE36C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89072" y="5066496"/>
                  <a:ext cx="114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0" name="Entrada de lápiz 129">
                  <a:extLst>
                    <a:ext uri="{FF2B5EF4-FFF2-40B4-BE49-F238E27FC236}">
                      <a16:creationId xmlns:a16="http://schemas.microsoft.com/office/drawing/2014/main" id="{D59AC8F8-3FA8-FF0C-8BCE-3152907FE040}"/>
                    </a:ext>
                  </a:extLst>
                </p14:cNvPr>
                <p14:cNvContentPartPr/>
                <p14:nvPr/>
              </p14:nvContentPartPr>
              <p14:xfrm>
                <a:off x="9309312" y="4439736"/>
                <a:ext cx="149760" cy="312840"/>
              </p14:xfrm>
            </p:contentPart>
          </mc:Choice>
          <mc:Fallback xmlns="">
            <p:pic>
              <p:nvPicPr>
                <p:cNvPr id="130" name="Entrada de lápiz 129">
                  <a:extLst>
                    <a:ext uri="{FF2B5EF4-FFF2-40B4-BE49-F238E27FC236}">
                      <a16:creationId xmlns:a16="http://schemas.microsoft.com/office/drawing/2014/main" id="{D59AC8F8-3FA8-FF0C-8BCE-3152907FE04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303192" y="4433616"/>
                  <a:ext cx="1620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2" name="Entrada de lápiz 131">
                  <a:extLst>
                    <a:ext uri="{FF2B5EF4-FFF2-40B4-BE49-F238E27FC236}">
                      <a16:creationId xmlns:a16="http://schemas.microsoft.com/office/drawing/2014/main" id="{B6FA44B9-439D-F2C8-2B2F-59D6501827E1}"/>
                    </a:ext>
                  </a:extLst>
                </p14:cNvPr>
                <p14:cNvContentPartPr/>
                <p14:nvPr/>
              </p14:nvContentPartPr>
              <p14:xfrm>
                <a:off x="9405432" y="5120856"/>
                <a:ext cx="149040" cy="159120"/>
              </p14:xfrm>
            </p:contentPart>
          </mc:Choice>
          <mc:Fallback xmlns="">
            <p:pic>
              <p:nvPicPr>
                <p:cNvPr id="132" name="Entrada de lápiz 131">
                  <a:extLst>
                    <a:ext uri="{FF2B5EF4-FFF2-40B4-BE49-F238E27FC236}">
                      <a16:creationId xmlns:a16="http://schemas.microsoft.com/office/drawing/2014/main" id="{B6FA44B9-439D-F2C8-2B2F-59D6501827E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399312" y="5114736"/>
                  <a:ext cx="1612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3" name="Entrada de lápiz 132">
                  <a:extLst>
                    <a:ext uri="{FF2B5EF4-FFF2-40B4-BE49-F238E27FC236}">
                      <a16:creationId xmlns:a16="http://schemas.microsoft.com/office/drawing/2014/main" id="{598F601C-EB35-6F35-47D9-55BCD5FF2BB1}"/>
                    </a:ext>
                  </a:extLst>
                </p14:cNvPr>
                <p14:cNvContentPartPr/>
                <p14:nvPr/>
              </p14:nvContentPartPr>
              <p14:xfrm>
                <a:off x="8795952" y="4352256"/>
                <a:ext cx="225360" cy="216720"/>
              </p14:xfrm>
            </p:contentPart>
          </mc:Choice>
          <mc:Fallback xmlns="">
            <p:pic>
              <p:nvPicPr>
                <p:cNvPr id="133" name="Entrada de lápiz 132">
                  <a:extLst>
                    <a:ext uri="{FF2B5EF4-FFF2-40B4-BE49-F238E27FC236}">
                      <a16:creationId xmlns:a16="http://schemas.microsoft.com/office/drawing/2014/main" id="{598F601C-EB35-6F35-47D9-55BCD5FF2BB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89832" y="4346136"/>
                  <a:ext cx="237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35" name="Entrada de lápiz 134">
                  <a:extLst>
                    <a:ext uri="{FF2B5EF4-FFF2-40B4-BE49-F238E27FC236}">
                      <a16:creationId xmlns:a16="http://schemas.microsoft.com/office/drawing/2014/main" id="{5080FE32-70EC-EDEA-2ECE-922111952D4B}"/>
                    </a:ext>
                  </a:extLst>
                </p14:cNvPr>
                <p14:cNvContentPartPr/>
                <p14:nvPr/>
              </p14:nvContentPartPr>
              <p14:xfrm>
                <a:off x="8848512" y="4505616"/>
                <a:ext cx="133560" cy="41760"/>
              </p14:xfrm>
            </p:contentPart>
          </mc:Choice>
          <mc:Fallback xmlns="">
            <p:pic>
              <p:nvPicPr>
                <p:cNvPr id="135" name="Entrada de lápiz 134">
                  <a:extLst>
                    <a:ext uri="{FF2B5EF4-FFF2-40B4-BE49-F238E27FC236}">
                      <a16:creationId xmlns:a16="http://schemas.microsoft.com/office/drawing/2014/main" id="{5080FE32-70EC-EDEA-2ECE-922111952D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842392" y="4499496"/>
                  <a:ext cx="145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36" name="Entrada de lápiz 135">
                  <a:extLst>
                    <a:ext uri="{FF2B5EF4-FFF2-40B4-BE49-F238E27FC236}">
                      <a16:creationId xmlns:a16="http://schemas.microsoft.com/office/drawing/2014/main" id="{B24CCE43-5601-F28F-2FFB-50129BD203C3}"/>
                    </a:ext>
                  </a:extLst>
                </p14:cNvPr>
                <p14:cNvContentPartPr/>
                <p14:nvPr/>
              </p14:nvContentPartPr>
              <p14:xfrm>
                <a:off x="8196552" y="4393296"/>
                <a:ext cx="194040" cy="308520"/>
              </p14:xfrm>
            </p:contentPart>
          </mc:Choice>
          <mc:Fallback xmlns="">
            <p:pic>
              <p:nvPicPr>
                <p:cNvPr id="136" name="Entrada de lápiz 135">
                  <a:extLst>
                    <a:ext uri="{FF2B5EF4-FFF2-40B4-BE49-F238E27FC236}">
                      <a16:creationId xmlns:a16="http://schemas.microsoft.com/office/drawing/2014/main" id="{B24CCE43-5601-F28F-2FFB-50129BD203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90432" y="4387176"/>
                  <a:ext cx="2062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38" name="Entrada de lápiz 137">
                  <a:extLst>
                    <a:ext uri="{FF2B5EF4-FFF2-40B4-BE49-F238E27FC236}">
                      <a16:creationId xmlns:a16="http://schemas.microsoft.com/office/drawing/2014/main" id="{C5DD3881-B606-14C6-8654-D911E22D3572}"/>
                    </a:ext>
                  </a:extLst>
                </p14:cNvPr>
                <p14:cNvContentPartPr/>
                <p14:nvPr/>
              </p14:nvContentPartPr>
              <p14:xfrm>
                <a:off x="8912592" y="5305896"/>
                <a:ext cx="126000" cy="163080"/>
              </p14:xfrm>
            </p:contentPart>
          </mc:Choice>
          <mc:Fallback xmlns="">
            <p:pic>
              <p:nvPicPr>
                <p:cNvPr id="138" name="Entrada de lápiz 137">
                  <a:extLst>
                    <a:ext uri="{FF2B5EF4-FFF2-40B4-BE49-F238E27FC236}">
                      <a16:creationId xmlns:a16="http://schemas.microsoft.com/office/drawing/2014/main" id="{C5DD3881-B606-14C6-8654-D911E22D357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06472" y="5299776"/>
                  <a:ext cx="138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39" name="Entrada de lápiz 138">
                  <a:extLst>
                    <a:ext uri="{FF2B5EF4-FFF2-40B4-BE49-F238E27FC236}">
                      <a16:creationId xmlns:a16="http://schemas.microsoft.com/office/drawing/2014/main" id="{3370579D-1C8E-C402-377C-6B07F68EAD07}"/>
                    </a:ext>
                  </a:extLst>
                </p14:cNvPr>
                <p14:cNvContentPartPr/>
                <p14:nvPr/>
              </p14:nvContentPartPr>
              <p14:xfrm>
                <a:off x="8337672" y="5240376"/>
                <a:ext cx="189000" cy="168480"/>
              </p14:xfrm>
            </p:contentPart>
          </mc:Choice>
          <mc:Fallback xmlns="">
            <p:pic>
              <p:nvPicPr>
                <p:cNvPr id="139" name="Entrada de lápiz 138">
                  <a:extLst>
                    <a:ext uri="{FF2B5EF4-FFF2-40B4-BE49-F238E27FC236}">
                      <a16:creationId xmlns:a16="http://schemas.microsoft.com/office/drawing/2014/main" id="{3370579D-1C8E-C402-377C-6B07F68EAD0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31552" y="5234256"/>
                  <a:ext cx="201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40" name="Entrada de lápiz 139">
                  <a:extLst>
                    <a:ext uri="{FF2B5EF4-FFF2-40B4-BE49-F238E27FC236}">
                      <a16:creationId xmlns:a16="http://schemas.microsoft.com/office/drawing/2014/main" id="{3CDE154A-11F6-07C1-9D33-5A649FC99837}"/>
                    </a:ext>
                  </a:extLst>
                </p14:cNvPr>
                <p14:cNvContentPartPr/>
                <p14:nvPr/>
              </p14:nvContentPartPr>
              <p14:xfrm>
                <a:off x="7337952" y="4504176"/>
                <a:ext cx="188640" cy="253800"/>
              </p14:xfrm>
            </p:contentPart>
          </mc:Choice>
          <mc:Fallback xmlns="">
            <p:pic>
              <p:nvPicPr>
                <p:cNvPr id="140" name="Entrada de lápiz 139">
                  <a:extLst>
                    <a:ext uri="{FF2B5EF4-FFF2-40B4-BE49-F238E27FC236}">
                      <a16:creationId xmlns:a16="http://schemas.microsoft.com/office/drawing/2014/main" id="{3CDE154A-11F6-07C1-9D33-5A649FC998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31832" y="4498056"/>
                  <a:ext cx="2008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41" name="Entrada de lápiz 140">
                  <a:extLst>
                    <a:ext uri="{FF2B5EF4-FFF2-40B4-BE49-F238E27FC236}">
                      <a16:creationId xmlns:a16="http://schemas.microsoft.com/office/drawing/2014/main" id="{8C4D1824-C46C-378C-F8C7-B6099A318B0C}"/>
                    </a:ext>
                  </a:extLst>
                </p14:cNvPr>
                <p14:cNvContentPartPr/>
                <p14:nvPr/>
              </p14:nvContentPartPr>
              <p14:xfrm>
                <a:off x="6295032" y="4523976"/>
                <a:ext cx="161640" cy="234720"/>
              </p14:xfrm>
            </p:contentPart>
          </mc:Choice>
          <mc:Fallback xmlns="">
            <p:pic>
              <p:nvPicPr>
                <p:cNvPr id="141" name="Entrada de lápiz 140">
                  <a:extLst>
                    <a:ext uri="{FF2B5EF4-FFF2-40B4-BE49-F238E27FC236}">
                      <a16:creationId xmlns:a16="http://schemas.microsoft.com/office/drawing/2014/main" id="{8C4D1824-C46C-378C-F8C7-B6099A318B0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88912" y="4517856"/>
                  <a:ext cx="173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43" name="Entrada de lápiz 142">
                  <a:extLst>
                    <a:ext uri="{FF2B5EF4-FFF2-40B4-BE49-F238E27FC236}">
                      <a16:creationId xmlns:a16="http://schemas.microsoft.com/office/drawing/2014/main" id="{F8410C34-F23D-6824-FED2-BBA6CF4AED70}"/>
                    </a:ext>
                  </a:extLst>
                </p14:cNvPr>
                <p14:cNvContentPartPr/>
                <p14:nvPr/>
              </p14:nvContentPartPr>
              <p14:xfrm>
                <a:off x="6954192" y="4382496"/>
                <a:ext cx="105120" cy="190800"/>
              </p14:xfrm>
            </p:contentPart>
          </mc:Choice>
          <mc:Fallback xmlns="">
            <p:pic>
              <p:nvPicPr>
                <p:cNvPr id="143" name="Entrada de lápiz 142">
                  <a:extLst>
                    <a:ext uri="{FF2B5EF4-FFF2-40B4-BE49-F238E27FC236}">
                      <a16:creationId xmlns:a16="http://schemas.microsoft.com/office/drawing/2014/main" id="{F8410C34-F23D-6824-FED2-BBA6CF4AED7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48072" y="4376376"/>
                  <a:ext cx="117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45" name="Entrada de lápiz 144">
                  <a:extLst>
                    <a:ext uri="{FF2B5EF4-FFF2-40B4-BE49-F238E27FC236}">
                      <a16:creationId xmlns:a16="http://schemas.microsoft.com/office/drawing/2014/main" id="{4C58B846-30C6-1959-E895-291CA832FB5D}"/>
                    </a:ext>
                  </a:extLst>
                </p14:cNvPr>
                <p14:cNvContentPartPr/>
                <p14:nvPr/>
              </p14:nvContentPartPr>
              <p14:xfrm>
                <a:off x="6900192" y="5291856"/>
                <a:ext cx="83520" cy="132480"/>
              </p14:xfrm>
            </p:contentPart>
          </mc:Choice>
          <mc:Fallback xmlns="">
            <p:pic>
              <p:nvPicPr>
                <p:cNvPr id="145" name="Entrada de lápiz 144">
                  <a:extLst>
                    <a:ext uri="{FF2B5EF4-FFF2-40B4-BE49-F238E27FC236}">
                      <a16:creationId xmlns:a16="http://schemas.microsoft.com/office/drawing/2014/main" id="{4C58B846-30C6-1959-E895-291CA832FB5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894072" y="5285736"/>
                  <a:ext cx="95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68" name="Entrada de lápiz 167">
                  <a:extLst>
                    <a:ext uri="{FF2B5EF4-FFF2-40B4-BE49-F238E27FC236}">
                      <a16:creationId xmlns:a16="http://schemas.microsoft.com/office/drawing/2014/main" id="{672A4912-FFF5-7892-4B09-1220EE35B718}"/>
                    </a:ext>
                  </a:extLst>
                </p14:cNvPr>
                <p14:cNvContentPartPr/>
                <p14:nvPr/>
              </p14:nvContentPartPr>
              <p14:xfrm>
                <a:off x="6292872" y="5229576"/>
                <a:ext cx="132840" cy="347760"/>
              </p14:xfrm>
            </p:contentPart>
          </mc:Choice>
          <mc:Fallback xmlns="">
            <p:pic>
              <p:nvPicPr>
                <p:cNvPr id="168" name="Entrada de lápiz 167">
                  <a:extLst>
                    <a:ext uri="{FF2B5EF4-FFF2-40B4-BE49-F238E27FC236}">
                      <a16:creationId xmlns:a16="http://schemas.microsoft.com/office/drawing/2014/main" id="{672A4912-FFF5-7892-4B09-1220EE35B7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86752" y="5223456"/>
                  <a:ext cx="1450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69" name="Entrada de lápiz 168">
                  <a:extLst>
                    <a:ext uri="{FF2B5EF4-FFF2-40B4-BE49-F238E27FC236}">
                      <a16:creationId xmlns:a16="http://schemas.microsoft.com/office/drawing/2014/main" id="{38203331-D69E-6A19-9C7E-39A58A2E37FE}"/>
                    </a:ext>
                  </a:extLst>
                </p14:cNvPr>
                <p14:cNvContentPartPr/>
                <p14:nvPr/>
              </p14:nvContentPartPr>
              <p14:xfrm>
                <a:off x="6372792" y="4322376"/>
                <a:ext cx="5160240" cy="1825200"/>
              </p14:xfrm>
            </p:contentPart>
          </mc:Choice>
          <mc:Fallback xmlns="">
            <p:pic>
              <p:nvPicPr>
                <p:cNvPr id="169" name="Entrada de lápiz 168">
                  <a:extLst>
                    <a:ext uri="{FF2B5EF4-FFF2-40B4-BE49-F238E27FC236}">
                      <a16:creationId xmlns:a16="http://schemas.microsoft.com/office/drawing/2014/main" id="{38203331-D69E-6A19-9C7E-39A58A2E37F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66672" y="4316256"/>
                  <a:ext cx="5172480" cy="18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71" name="Entrada de lápiz 170">
                  <a:extLst>
                    <a:ext uri="{FF2B5EF4-FFF2-40B4-BE49-F238E27FC236}">
                      <a16:creationId xmlns:a16="http://schemas.microsoft.com/office/drawing/2014/main" id="{C25C2CE4-9645-DCDA-235B-CF5E9BF1B6A6}"/>
                    </a:ext>
                  </a:extLst>
                </p14:cNvPr>
                <p14:cNvContentPartPr/>
                <p14:nvPr/>
              </p14:nvContentPartPr>
              <p14:xfrm>
                <a:off x="9446832" y="4712616"/>
                <a:ext cx="716760" cy="655920"/>
              </p14:xfrm>
            </p:contentPart>
          </mc:Choice>
          <mc:Fallback xmlns="">
            <p:pic>
              <p:nvPicPr>
                <p:cNvPr id="171" name="Entrada de lápiz 170">
                  <a:extLst>
                    <a:ext uri="{FF2B5EF4-FFF2-40B4-BE49-F238E27FC236}">
                      <a16:creationId xmlns:a16="http://schemas.microsoft.com/office/drawing/2014/main" id="{C25C2CE4-9645-DCDA-235B-CF5E9BF1B6A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40712" y="4706496"/>
                  <a:ext cx="72900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72" name="Entrada de lápiz 171">
                  <a:extLst>
                    <a:ext uri="{FF2B5EF4-FFF2-40B4-BE49-F238E27FC236}">
                      <a16:creationId xmlns:a16="http://schemas.microsoft.com/office/drawing/2014/main" id="{357AF939-8772-DE40-EFDF-BEF3716931CF}"/>
                    </a:ext>
                  </a:extLst>
                </p14:cNvPr>
                <p14:cNvContentPartPr/>
                <p14:nvPr/>
              </p14:nvContentPartPr>
              <p14:xfrm>
                <a:off x="7539552" y="4641696"/>
                <a:ext cx="910800" cy="847080"/>
              </p14:xfrm>
            </p:contentPart>
          </mc:Choice>
          <mc:Fallback xmlns="">
            <p:pic>
              <p:nvPicPr>
                <p:cNvPr id="172" name="Entrada de lápiz 171">
                  <a:extLst>
                    <a:ext uri="{FF2B5EF4-FFF2-40B4-BE49-F238E27FC236}">
                      <a16:creationId xmlns:a16="http://schemas.microsoft.com/office/drawing/2014/main" id="{357AF939-8772-DE40-EFDF-BEF3716931C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33432" y="4635576"/>
                  <a:ext cx="923040" cy="85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EE638E37-F4B3-4FA9-A4AE-0CCDF9CCD18E}"/>
              </a:ext>
            </a:extLst>
          </p:cNvPr>
          <p:cNvGrpSpPr/>
          <p:nvPr/>
        </p:nvGrpSpPr>
        <p:grpSpPr>
          <a:xfrm>
            <a:off x="5860152" y="2189016"/>
            <a:ext cx="5519160" cy="3452760"/>
            <a:chOff x="5860152" y="2189016"/>
            <a:chExt cx="5519160" cy="3452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6">
              <p14:nvContentPartPr>
                <p14:cNvPr id="174" name="Entrada de lápiz 173">
                  <a:extLst>
                    <a:ext uri="{FF2B5EF4-FFF2-40B4-BE49-F238E27FC236}">
                      <a16:creationId xmlns:a16="http://schemas.microsoft.com/office/drawing/2014/main" id="{8C857A70-D5AB-4E14-D3A7-251C97B6F3A1}"/>
                    </a:ext>
                  </a:extLst>
                </p14:cNvPr>
                <p14:cNvContentPartPr/>
                <p14:nvPr/>
              </p14:nvContentPartPr>
              <p14:xfrm>
                <a:off x="6040872" y="4276296"/>
                <a:ext cx="2033640" cy="1365480"/>
              </p14:xfrm>
            </p:contentPart>
          </mc:Choice>
          <mc:Fallback xmlns="">
            <p:pic>
              <p:nvPicPr>
                <p:cNvPr id="174" name="Entrada de lápiz 173">
                  <a:extLst>
                    <a:ext uri="{FF2B5EF4-FFF2-40B4-BE49-F238E27FC236}">
                      <a16:creationId xmlns:a16="http://schemas.microsoft.com/office/drawing/2014/main" id="{8C857A70-D5AB-4E14-D3A7-251C97B6F3A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31872" y="4222296"/>
                  <a:ext cx="2051280" cy="14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8">
              <p14:nvContentPartPr>
                <p14:cNvPr id="175" name="Entrada de lápiz 174">
                  <a:extLst>
                    <a:ext uri="{FF2B5EF4-FFF2-40B4-BE49-F238E27FC236}">
                      <a16:creationId xmlns:a16="http://schemas.microsoft.com/office/drawing/2014/main" id="{720BB312-AE29-9E0A-D7D4-52125C771B28}"/>
                    </a:ext>
                  </a:extLst>
                </p14:cNvPr>
                <p14:cNvContentPartPr/>
                <p14:nvPr/>
              </p14:nvContentPartPr>
              <p14:xfrm>
                <a:off x="7935912" y="4183416"/>
                <a:ext cx="1885680" cy="1341720"/>
              </p14:xfrm>
            </p:contentPart>
          </mc:Choice>
          <mc:Fallback xmlns="">
            <p:pic>
              <p:nvPicPr>
                <p:cNvPr id="175" name="Entrada de lápiz 174">
                  <a:extLst>
                    <a:ext uri="{FF2B5EF4-FFF2-40B4-BE49-F238E27FC236}">
                      <a16:creationId xmlns:a16="http://schemas.microsoft.com/office/drawing/2014/main" id="{720BB312-AE29-9E0A-D7D4-52125C771B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27272" y="4129416"/>
                  <a:ext cx="1903320" cy="14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0">
              <p14:nvContentPartPr>
                <p14:cNvPr id="176" name="Entrada de lápiz 175">
                  <a:extLst>
                    <a:ext uri="{FF2B5EF4-FFF2-40B4-BE49-F238E27FC236}">
                      <a16:creationId xmlns:a16="http://schemas.microsoft.com/office/drawing/2014/main" id="{8B33043B-9AE5-DA30-74FD-1323D676BABF}"/>
                    </a:ext>
                  </a:extLst>
                </p14:cNvPr>
                <p14:cNvContentPartPr/>
                <p14:nvPr/>
              </p14:nvContentPartPr>
              <p14:xfrm>
                <a:off x="9683712" y="4007376"/>
                <a:ext cx="1695600" cy="1466640"/>
              </p14:xfrm>
            </p:contentPart>
          </mc:Choice>
          <mc:Fallback xmlns="">
            <p:pic>
              <p:nvPicPr>
                <p:cNvPr id="176" name="Entrada de lápiz 175">
                  <a:extLst>
                    <a:ext uri="{FF2B5EF4-FFF2-40B4-BE49-F238E27FC236}">
                      <a16:creationId xmlns:a16="http://schemas.microsoft.com/office/drawing/2014/main" id="{8B33043B-9AE5-DA30-74FD-1323D676BA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74712" y="3953736"/>
                  <a:ext cx="1713240" cy="15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2">
              <p14:nvContentPartPr>
                <p14:cNvPr id="178" name="Entrada de lápiz 177">
                  <a:extLst>
                    <a:ext uri="{FF2B5EF4-FFF2-40B4-BE49-F238E27FC236}">
                      <a16:creationId xmlns:a16="http://schemas.microsoft.com/office/drawing/2014/main" id="{F239556B-66A6-CA59-67A0-CDB337B05B3F}"/>
                    </a:ext>
                  </a:extLst>
                </p14:cNvPr>
                <p14:cNvContentPartPr/>
                <p14:nvPr/>
              </p14:nvContentPartPr>
              <p14:xfrm>
                <a:off x="10226952" y="2221416"/>
                <a:ext cx="5760" cy="3960"/>
              </p14:xfrm>
            </p:contentPart>
          </mc:Choice>
          <mc:Fallback xmlns="">
            <p:pic>
              <p:nvPicPr>
                <p:cNvPr id="178" name="Entrada de lápiz 177">
                  <a:extLst>
                    <a:ext uri="{FF2B5EF4-FFF2-40B4-BE49-F238E27FC236}">
                      <a16:creationId xmlns:a16="http://schemas.microsoft.com/office/drawing/2014/main" id="{F239556B-66A6-CA59-67A0-CDB337B05B3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217952" y="2167776"/>
                  <a:ext cx="23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4">
              <p14:nvContentPartPr>
                <p14:cNvPr id="179" name="Entrada de lápiz 178">
                  <a:extLst>
                    <a:ext uri="{FF2B5EF4-FFF2-40B4-BE49-F238E27FC236}">
                      <a16:creationId xmlns:a16="http://schemas.microsoft.com/office/drawing/2014/main" id="{3C283D05-9A03-EBE8-A00E-D342F5D8DD20}"/>
                    </a:ext>
                  </a:extLst>
                </p14:cNvPr>
                <p14:cNvContentPartPr/>
                <p14:nvPr/>
              </p14:nvContentPartPr>
              <p14:xfrm>
                <a:off x="8964792" y="2189736"/>
                <a:ext cx="2241000" cy="1818360"/>
              </p14:xfrm>
            </p:contentPart>
          </mc:Choice>
          <mc:Fallback xmlns="">
            <p:pic>
              <p:nvPicPr>
                <p:cNvPr id="179" name="Entrada de lápiz 178">
                  <a:extLst>
                    <a:ext uri="{FF2B5EF4-FFF2-40B4-BE49-F238E27FC236}">
                      <a16:creationId xmlns:a16="http://schemas.microsoft.com/office/drawing/2014/main" id="{3C283D05-9A03-EBE8-A00E-D342F5D8DD2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956152" y="2136096"/>
                  <a:ext cx="2258640" cy="19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6">
              <p14:nvContentPartPr>
                <p14:cNvPr id="181" name="Entrada de lápiz 180">
                  <a:extLst>
                    <a:ext uri="{FF2B5EF4-FFF2-40B4-BE49-F238E27FC236}">
                      <a16:creationId xmlns:a16="http://schemas.microsoft.com/office/drawing/2014/main" id="{62FBF39E-8DAA-0281-673F-F3008B2A5264}"/>
                    </a:ext>
                  </a:extLst>
                </p14:cNvPr>
                <p14:cNvContentPartPr/>
                <p14:nvPr/>
              </p14:nvContentPartPr>
              <p14:xfrm>
                <a:off x="5860152" y="2189016"/>
                <a:ext cx="1820880" cy="1871280"/>
              </p14:xfrm>
            </p:contentPart>
          </mc:Choice>
          <mc:Fallback xmlns="">
            <p:pic>
              <p:nvPicPr>
                <p:cNvPr id="181" name="Entrada de lápiz 180">
                  <a:extLst>
                    <a:ext uri="{FF2B5EF4-FFF2-40B4-BE49-F238E27FC236}">
                      <a16:creationId xmlns:a16="http://schemas.microsoft.com/office/drawing/2014/main" id="{62FBF39E-8DAA-0281-673F-F3008B2A526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51152" y="2135016"/>
                  <a:ext cx="1838520" cy="197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83" name="Entrada de lápiz 182">
                <a:extLst>
                  <a:ext uri="{FF2B5EF4-FFF2-40B4-BE49-F238E27FC236}">
                    <a16:creationId xmlns:a16="http://schemas.microsoft.com/office/drawing/2014/main" id="{FEE41A01-8B56-6672-1A27-78221554C07D}"/>
                  </a:ext>
                </a:extLst>
              </p14:cNvPr>
              <p14:cNvContentPartPr/>
              <p14:nvPr/>
            </p14:nvContentPartPr>
            <p14:xfrm>
              <a:off x="5679072" y="3744216"/>
              <a:ext cx="1477800" cy="2666160"/>
            </p14:xfrm>
          </p:contentPart>
        </mc:Choice>
        <mc:Fallback xmlns="">
          <p:pic>
            <p:nvPicPr>
              <p:cNvPr id="183" name="Entrada de lápiz 182">
                <a:extLst>
                  <a:ext uri="{FF2B5EF4-FFF2-40B4-BE49-F238E27FC236}">
                    <a16:creationId xmlns:a16="http://schemas.microsoft.com/office/drawing/2014/main" id="{FEE41A01-8B56-6672-1A27-78221554C07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672952" y="3738096"/>
                <a:ext cx="1490040" cy="26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4F6AD14C-A2A0-25A9-5526-9CD0E267912A}"/>
                  </a:ext>
                </a:extLst>
              </p14:cNvPr>
              <p14:cNvContentPartPr/>
              <p14:nvPr/>
            </p14:nvContentPartPr>
            <p14:xfrm>
              <a:off x="7288992" y="3809736"/>
              <a:ext cx="1906200" cy="2435400"/>
            </p14:xfrm>
          </p:contentPart>
        </mc:Choice>
        <mc:Fallback xmlns=""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4F6AD14C-A2A0-25A9-5526-9CD0E267912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282872" y="3803616"/>
                <a:ext cx="1918440" cy="244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85" name="Entrada de lápiz 184">
                <a:extLst>
                  <a:ext uri="{FF2B5EF4-FFF2-40B4-BE49-F238E27FC236}">
                    <a16:creationId xmlns:a16="http://schemas.microsoft.com/office/drawing/2014/main" id="{8D990BB9-6E0A-FBE4-EF39-1E14EE28ADF7}"/>
                  </a:ext>
                </a:extLst>
              </p14:cNvPr>
              <p14:cNvContentPartPr/>
              <p14:nvPr/>
            </p14:nvContentPartPr>
            <p14:xfrm>
              <a:off x="5111712" y="2077056"/>
              <a:ext cx="5659920" cy="4577040"/>
            </p14:xfrm>
          </p:contentPart>
        </mc:Choice>
        <mc:Fallback xmlns="">
          <p:pic>
            <p:nvPicPr>
              <p:cNvPr id="185" name="Entrada de lápiz 184">
                <a:extLst>
                  <a:ext uri="{FF2B5EF4-FFF2-40B4-BE49-F238E27FC236}">
                    <a16:creationId xmlns:a16="http://schemas.microsoft.com/office/drawing/2014/main" id="{8D990BB9-6E0A-FBE4-EF39-1E14EE28ADF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105592" y="2070936"/>
                <a:ext cx="5672160" cy="45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upo 192">
            <a:extLst>
              <a:ext uri="{FF2B5EF4-FFF2-40B4-BE49-F238E27FC236}">
                <a16:creationId xmlns:a16="http://schemas.microsoft.com/office/drawing/2014/main" id="{7D528316-09A4-6E03-A16D-2ACA2EA765D7}"/>
              </a:ext>
            </a:extLst>
          </p:cNvPr>
          <p:cNvGrpSpPr/>
          <p:nvPr/>
        </p:nvGrpSpPr>
        <p:grpSpPr>
          <a:xfrm>
            <a:off x="4759992" y="1327896"/>
            <a:ext cx="7248600" cy="5484600"/>
            <a:chOff x="4759992" y="1327896"/>
            <a:chExt cx="7248600" cy="54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6" name="Entrada de lápiz 185">
                  <a:extLst>
                    <a:ext uri="{FF2B5EF4-FFF2-40B4-BE49-F238E27FC236}">
                      <a16:creationId xmlns:a16="http://schemas.microsoft.com/office/drawing/2014/main" id="{FD587879-3785-0D58-F6F9-2543379D5958}"/>
                    </a:ext>
                  </a:extLst>
                </p14:cNvPr>
                <p14:cNvContentPartPr/>
                <p14:nvPr/>
              </p14:nvContentPartPr>
              <p14:xfrm>
                <a:off x="10707912" y="3639456"/>
                <a:ext cx="1300680" cy="1742400"/>
              </p14:xfrm>
            </p:contentPart>
          </mc:Choice>
          <mc:Fallback xmlns="">
            <p:pic>
              <p:nvPicPr>
                <p:cNvPr id="186" name="Entrada de lápiz 185">
                  <a:extLst>
                    <a:ext uri="{FF2B5EF4-FFF2-40B4-BE49-F238E27FC236}">
                      <a16:creationId xmlns:a16="http://schemas.microsoft.com/office/drawing/2014/main" id="{FD587879-3785-0D58-F6F9-2543379D595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689912" y="3621816"/>
                  <a:ext cx="1336320" cy="17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7" name="Entrada de lápiz 186">
                  <a:extLst>
                    <a:ext uri="{FF2B5EF4-FFF2-40B4-BE49-F238E27FC236}">
                      <a16:creationId xmlns:a16="http://schemas.microsoft.com/office/drawing/2014/main" id="{6CED1465-8CE6-2DB4-1F33-72EA22D19375}"/>
                    </a:ext>
                  </a:extLst>
                </p14:cNvPr>
                <p14:cNvContentPartPr/>
                <p14:nvPr/>
              </p14:nvContentPartPr>
              <p14:xfrm>
                <a:off x="10909872" y="5103216"/>
                <a:ext cx="23040" cy="252720"/>
              </p14:xfrm>
            </p:contentPart>
          </mc:Choice>
          <mc:Fallback xmlns="">
            <p:pic>
              <p:nvPicPr>
                <p:cNvPr id="187" name="Entrada de lápiz 186">
                  <a:extLst>
                    <a:ext uri="{FF2B5EF4-FFF2-40B4-BE49-F238E27FC236}">
                      <a16:creationId xmlns:a16="http://schemas.microsoft.com/office/drawing/2014/main" id="{6CED1465-8CE6-2DB4-1F33-72EA22D1937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92232" y="5085576"/>
                  <a:ext cx="58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89" name="Entrada de lápiz 188">
                  <a:extLst>
                    <a:ext uri="{FF2B5EF4-FFF2-40B4-BE49-F238E27FC236}">
                      <a16:creationId xmlns:a16="http://schemas.microsoft.com/office/drawing/2014/main" id="{0E98BC43-28B7-3FCF-C39D-56B4488EA6D9}"/>
                    </a:ext>
                  </a:extLst>
                </p14:cNvPr>
                <p14:cNvContentPartPr/>
                <p14:nvPr/>
              </p14:nvContentPartPr>
              <p14:xfrm>
                <a:off x="10297872" y="1705176"/>
                <a:ext cx="1451160" cy="2949840"/>
              </p14:xfrm>
            </p:contentPart>
          </mc:Choice>
          <mc:Fallback xmlns="">
            <p:pic>
              <p:nvPicPr>
                <p:cNvPr id="189" name="Entrada de lápiz 188">
                  <a:extLst>
                    <a:ext uri="{FF2B5EF4-FFF2-40B4-BE49-F238E27FC236}">
                      <a16:creationId xmlns:a16="http://schemas.microsoft.com/office/drawing/2014/main" id="{0E98BC43-28B7-3FCF-C39D-56B4488EA6D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80232" y="1687176"/>
                  <a:ext cx="1486800" cy="29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90" name="Entrada de lápiz 189">
                  <a:extLst>
                    <a:ext uri="{FF2B5EF4-FFF2-40B4-BE49-F238E27FC236}">
                      <a16:creationId xmlns:a16="http://schemas.microsoft.com/office/drawing/2014/main" id="{D9D238D6-D03C-CB51-0E69-361404099056}"/>
                    </a:ext>
                  </a:extLst>
                </p14:cNvPr>
                <p14:cNvContentPartPr/>
                <p14:nvPr/>
              </p14:nvContentPartPr>
              <p14:xfrm>
                <a:off x="9485352" y="4872816"/>
                <a:ext cx="2241360" cy="1939680"/>
              </p14:xfrm>
            </p:contentPart>
          </mc:Choice>
          <mc:Fallback xmlns="">
            <p:pic>
              <p:nvPicPr>
                <p:cNvPr id="190" name="Entrada de lápiz 189">
                  <a:extLst>
                    <a:ext uri="{FF2B5EF4-FFF2-40B4-BE49-F238E27FC236}">
                      <a16:creationId xmlns:a16="http://schemas.microsoft.com/office/drawing/2014/main" id="{D9D238D6-D03C-CB51-0E69-36140409905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67352" y="4855176"/>
                  <a:ext cx="2277000" cy="19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92" name="Entrada de lápiz 191">
                  <a:extLst>
                    <a:ext uri="{FF2B5EF4-FFF2-40B4-BE49-F238E27FC236}">
                      <a16:creationId xmlns:a16="http://schemas.microsoft.com/office/drawing/2014/main" id="{C569A50E-E393-AD2F-2278-9C89F7C03AED}"/>
                    </a:ext>
                  </a:extLst>
                </p14:cNvPr>
                <p14:cNvContentPartPr/>
                <p14:nvPr/>
              </p14:nvContentPartPr>
              <p14:xfrm>
                <a:off x="4759992" y="1327896"/>
                <a:ext cx="5322600" cy="5395320"/>
              </p14:xfrm>
            </p:contentPart>
          </mc:Choice>
          <mc:Fallback xmlns="">
            <p:pic>
              <p:nvPicPr>
                <p:cNvPr id="192" name="Entrada de lápiz 191">
                  <a:extLst>
                    <a:ext uri="{FF2B5EF4-FFF2-40B4-BE49-F238E27FC236}">
                      <a16:creationId xmlns:a16="http://schemas.microsoft.com/office/drawing/2014/main" id="{C569A50E-E393-AD2F-2278-9C89F7C03AE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41992" y="1310256"/>
                  <a:ext cx="5358240" cy="54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94" name="Entrada de lápiz 193">
                <a:extLst>
                  <a:ext uri="{FF2B5EF4-FFF2-40B4-BE49-F238E27FC236}">
                    <a16:creationId xmlns:a16="http://schemas.microsoft.com/office/drawing/2014/main" id="{998F9593-7A6D-B50E-5B07-E8568DC54741}"/>
                  </a:ext>
                </a:extLst>
              </p14:cNvPr>
              <p14:cNvContentPartPr/>
              <p14:nvPr/>
            </p14:nvContentPartPr>
            <p14:xfrm>
              <a:off x="1574292" y="4891356"/>
              <a:ext cx="41400" cy="136080"/>
            </p14:xfrm>
          </p:contentPart>
        </mc:Choice>
        <mc:Fallback xmlns="">
          <p:pic>
            <p:nvPicPr>
              <p:cNvPr id="194" name="Entrada de lápiz 193">
                <a:extLst>
                  <a:ext uri="{FF2B5EF4-FFF2-40B4-BE49-F238E27FC236}">
                    <a16:creationId xmlns:a16="http://schemas.microsoft.com/office/drawing/2014/main" id="{998F9593-7A6D-B50E-5B07-E8568DC5474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556447" y="4873403"/>
                <a:ext cx="76733" cy="171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DF96F8C8-081B-47D0-DC34-C778DA0D6A52}"/>
                  </a:ext>
                </a:extLst>
              </p14:cNvPr>
              <p14:cNvContentPartPr/>
              <p14:nvPr/>
            </p14:nvContentPartPr>
            <p14:xfrm>
              <a:off x="1553019" y="5204376"/>
              <a:ext cx="44640" cy="137160"/>
            </p14:xfrm>
          </p:contentPart>
        </mc:Choice>
        <mc:Fallback xmlns=""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DF96F8C8-081B-47D0-DC34-C778DA0D6A5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1546948" y="5198256"/>
                <a:ext cx="56782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6288306C-41C4-85C2-5D82-ADB0E6BB3E29}"/>
                  </a:ext>
                </a:extLst>
              </p14:cNvPr>
              <p14:cNvContentPartPr/>
              <p14:nvPr/>
            </p14:nvContentPartPr>
            <p14:xfrm>
              <a:off x="1556832" y="5486613"/>
              <a:ext cx="38160" cy="232920"/>
            </p14:xfrm>
          </p:contentPart>
        </mc:Choice>
        <mc:Fallback xmlns=""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6288306C-41C4-85C2-5D82-ADB0E6BB3E29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550712" y="5480493"/>
                <a:ext cx="50400" cy="2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9906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6F678-083E-B3B5-B815-B3CE2668A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Topologia</a:t>
            </a:r>
            <a:r>
              <a:rPr lang="es-ES" dirty="0"/>
              <a:t> </a:t>
            </a:r>
            <a:r>
              <a:rPr lang="es-ES" dirty="0" err="1"/>
              <a:t>autoregulante</a:t>
            </a:r>
            <a:r>
              <a:rPr lang="es-E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1C2B85-A18A-3C68-EFEE-3CA57A60F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0" lvl="5" indent="0">
              <a:buNone/>
            </a:pPr>
            <a:r>
              <a:rPr lang="es-ES" dirty="0"/>
              <a:t>------MotorAnillo1---------                       SE comparte energía por magnetismo con </a:t>
            </a:r>
            <a:br>
              <a:rPr lang="es-ES" dirty="0"/>
            </a:br>
            <a:r>
              <a:rPr lang="es-ES" dirty="0"/>
              <a:t>|	|	|                     |                       los motores centrales de forma que si con-</a:t>
            </a:r>
            <a:br>
              <a:rPr lang="es-ES" dirty="0"/>
            </a:br>
            <a:r>
              <a:rPr lang="es-ES" dirty="0"/>
              <a:t>|---Motor 1 </a:t>
            </a:r>
            <a:r>
              <a:rPr lang="es-ES" dirty="0">
                <a:sym typeface="Wingdings" panose="05000000000000000000" pitchFamily="2" charset="2"/>
              </a:rPr>
              <a:t>Motor2--|                       sumo les exige energía el anillo la aporta </a:t>
            </a:r>
          </a:p>
          <a:p>
            <a:pPr marL="2286000" lvl="5" indent="0">
              <a:buNone/>
            </a:pPr>
            <a:r>
              <a:rPr lang="es-ES" dirty="0">
                <a:sym typeface="Wingdings" panose="05000000000000000000" pitchFamily="2" charset="2"/>
              </a:rPr>
              <a:t>|        ||                         ||            |                        mientras pueda. Los 5 molinos captan viento |----MotorAnillo2 y 3------|                       por mejora de velocidad–&gt; opacidad al viento.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Anillo de triángulos con motores centrales en estrella. 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Capacidad de inyectar en 6 líneas y 2 neutros. 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Anillo de regulación </a:t>
            </a:r>
            <a:br>
              <a:rPr lang="es-ES" dirty="0">
                <a:sym typeface="Wingdings" panose="05000000000000000000" pitchFamily="2" charset="2"/>
              </a:rPr>
            </a:b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Convertimos molinos 5 en una nueva maquina inteligente. </a:t>
            </a:r>
            <a:br>
              <a:rPr lang="es-ES" dirty="0">
                <a:sym typeface="Wingdings" panose="05000000000000000000" pitchFamily="2" charset="2"/>
              </a:rPr>
            </a:br>
            <a:r>
              <a:rPr lang="es-ES" dirty="0">
                <a:sym typeface="Wingdings" panose="05000000000000000000" pitchFamily="2" charset="2"/>
              </a:rPr>
              <a:t>Con capacidad de </a:t>
            </a:r>
            <a:r>
              <a:rPr lang="es-ES" dirty="0" err="1">
                <a:sym typeface="Wingdings" panose="05000000000000000000" pitchFamily="2" charset="2"/>
              </a:rPr>
              <a:t>Zypyzapear</a:t>
            </a:r>
            <a:r>
              <a:rPr lang="es-ES" dirty="0">
                <a:sym typeface="Wingdings" panose="05000000000000000000" pitchFamily="2" charset="2"/>
              </a:rPr>
              <a:t> y regular automáticamente.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8175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680E4-1499-981A-8EB1-E1E6C725F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1463178"/>
            <a:ext cx="10178322" cy="1492132"/>
          </a:xfrm>
        </p:spPr>
        <p:txBody>
          <a:bodyPr/>
          <a:lstStyle/>
          <a:p>
            <a:r>
              <a:rPr lang="es-ES" dirty="0"/>
              <a:t>Uso de los 5 motores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1536CA-DBE7-AED8-849E-2FA777589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L1 l2 l3 -&gt;entrada salida de energía. </a:t>
            </a:r>
            <a:br>
              <a:rPr lang="es-ES" dirty="0"/>
            </a:br>
            <a:r>
              <a:rPr lang="es-ES" dirty="0"/>
              <a:t>Neutro -&gt;entrada de otras renovables no estables.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Anillo batería por magnetismo y reciclador de armónicos.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Al haber dos motores se puede jugar con la energía </a:t>
            </a:r>
            <a:r>
              <a:rPr lang="es-ES" dirty="0" err="1"/>
              <a:t>zypyzapeada</a:t>
            </a:r>
            <a:r>
              <a:rPr lang="es-ES" dirty="0"/>
              <a:t> entre ellos y con la </a:t>
            </a:r>
            <a:r>
              <a:rPr lang="es-ES" dirty="0" err="1"/>
              <a:t>zypyzapeada</a:t>
            </a:r>
            <a:r>
              <a:rPr lang="es-ES" dirty="0"/>
              <a:t> con la red.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Esta energía pasa el filtro del motor por lo que es sinusoidal y se puede regular en frecuencia </a:t>
            </a:r>
          </a:p>
        </p:txBody>
      </p: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76C9882F-43E7-0A3F-8AD2-9FFACB6193BC}"/>
              </a:ext>
            </a:extLst>
          </p:cNvPr>
          <p:cNvSpPr/>
          <p:nvPr/>
        </p:nvSpPr>
        <p:spPr>
          <a:xfrm>
            <a:off x="10553700" y="1255713"/>
            <a:ext cx="381000" cy="6381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D6CE31DB-673B-B259-14DE-75868DCE891C}"/>
              </a:ext>
            </a:extLst>
          </p:cNvPr>
          <p:cNvSpPr/>
          <p:nvPr/>
        </p:nvSpPr>
        <p:spPr>
          <a:xfrm>
            <a:off x="8901152" y="561974"/>
            <a:ext cx="600075" cy="238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A3EB93B-A710-F83A-6AE9-C0CA664FF4DC}"/>
              </a:ext>
            </a:extLst>
          </p:cNvPr>
          <p:cNvSpPr/>
          <p:nvPr/>
        </p:nvSpPr>
        <p:spPr>
          <a:xfrm>
            <a:off x="6362615" y="472380"/>
            <a:ext cx="24004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Energía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E332BCE-54A3-B34D-27C7-7097CEF29A56}"/>
              </a:ext>
            </a:extLst>
          </p:cNvPr>
          <p:cNvSpPr/>
          <p:nvPr/>
        </p:nvSpPr>
        <p:spPr>
          <a:xfrm>
            <a:off x="8901152" y="855603"/>
            <a:ext cx="277886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ZypyZape</a:t>
            </a:r>
            <a:endParaRPr lang="es-ES" sz="2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AFDF8DA4-4147-3787-4D67-C929A708EE49}"/>
              </a:ext>
            </a:extLst>
          </p:cNvPr>
          <p:cNvSpPr/>
          <p:nvPr/>
        </p:nvSpPr>
        <p:spPr>
          <a:xfrm>
            <a:off x="8901152" y="961965"/>
            <a:ext cx="600075" cy="238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BAEAA3-DF76-C3C4-5449-8E5F8D1C4117}"/>
              </a:ext>
            </a:extLst>
          </p:cNvPr>
          <p:cNvSpPr/>
          <p:nvPr/>
        </p:nvSpPr>
        <p:spPr>
          <a:xfrm>
            <a:off x="9040445" y="494387"/>
            <a:ext cx="277886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Red-consumo</a:t>
            </a:r>
            <a:endParaRPr lang="es-ES" sz="2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9867328-2422-FC74-C75A-C8F7ED5C8342}"/>
              </a:ext>
            </a:extLst>
          </p:cNvPr>
          <p:cNvSpPr txBox="1"/>
          <p:nvPr/>
        </p:nvSpPr>
        <p:spPr>
          <a:xfrm>
            <a:off x="9501227" y="1972140"/>
            <a:ext cx="2038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 Batería modulo</a:t>
            </a:r>
            <a:br>
              <a:rPr lang="es-ES" dirty="0"/>
            </a:br>
            <a:r>
              <a:rPr lang="es-ES" dirty="0"/>
              <a:t>- Regular Red</a:t>
            </a:r>
            <a:br>
              <a:rPr lang="es-ES" dirty="0"/>
            </a:br>
            <a:r>
              <a:rPr lang="es-ES" dirty="0"/>
              <a:t>- Batería módulos</a:t>
            </a:r>
          </a:p>
        </p:txBody>
      </p:sp>
    </p:spTree>
    <p:extLst>
      <p:ext uri="{BB962C8B-B14F-4D97-AF65-F5344CB8AC3E}">
        <p14:creationId xmlns:p14="http://schemas.microsoft.com/office/powerpoint/2010/main" val="32689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62A7C-751E-B70A-D392-E85C07BC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aporte.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92010E-9495-4A43-F860-15EE0F07E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/>
              <a:t>Aumentar el tiempo de </a:t>
            </a:r>
            <a:r>
              <a:rPr lang="es-ES" dirty="0" err="1"/>
              <a:t>zypyzapeo</a:t>
            </a:r>
            <a:r>
              <a:rPr lang="es-ES" dirty="0"/>
              <a:t> reduce perdidas en un principio si hay captación.</a:t>
            </a:r>
            <a:br>
              <a:rPr lang="es-ES" dirty="0"/>
            </a:br>
            <a:r>
              <a:rPr lang="es-ES" dirty="0"/>
              <a:t>Pero si no las hay es una perdida metafórica ya que si hay aporte externo no regulado lo regula mientras es almacenado un breve instante antes de volverlo a almacenar en parte si en parte ceder a consumo, o como requiera la situación. Permitiendo inyección de solar regulada aún sin viento.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Si con una frecuencia de </a:t>
            </a:r>
            <a:r>
              <a:rPr lang="es-ES" dirty="0" err="1"/>
              <a:t>zypyzapeo</a:t>
            </a:r>
            <a:r>
              <a:rPr lang="es-ES" dirty="0"/>
              <a:t> se observa aumento de voltaje. Se puede aumentar la frecuencia para captar más viento.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Si por el contrario mantener la frecuencia no observa un voltaje captado constante reducir si se puede para friccionar  menos dentro de el rango optimo de fricción. 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4407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28644-3017-AE88-2130-27BBD69B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descarga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AFBAEB-0061-6DE9-E88E-D9967E13D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Aumentar la frecuencia de </a:t>
            </a:r>
            <a:r>
              <a:rPr lang="es-ES" dirty="0" err="1"/>
              <a:t>zypyzapeo</a:t>
            </a:r>
            <a:r>
              <a:rPr lang="es-ES" dirty="0"/>
              <a:t> en los motores centrales y conectarlos a consumo. </a:t>
            </a:r>
            <a:br>
              <a:rPr lang="es-ES" dirty="0"/>
            </a:br>
            <a:r>
              <a:rPr lang="es-ES" dirty="0"/>
              <a:t>El anillo inducirá magnetismo a los centrales que están cediendo a consumo una onda limpia y de alta intensidad . </a:t>
            </a:r>
          </a:p>
        </p:txBody>
      </p:sp>
    </p:spTree>
    <p:extLst>
      <p:ext uri="{BB962C8B-B14F-4D97-AF65-F5344CB8AC3E}">
        <p14:creationId xmlns:p14="http://schemas.microsoft.com/office/powerpoint/2010/main" val="3298369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F7E36-025A-24E1-C0D1-6ACA8E64A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escalabilidad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5D58FE-BC7B-1707-4DBA-F51A89353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Un modulo de 5 molinos </a:t>
            </a:r>
            <a:r>
              <a:rPr lang="es-ES" dirty="0" err="1"/>
              <a:t>ZypyZape</a:t>
            </a:r>
            <a:r>
              <a:rPr lang="es-ES" dirty="0"/>
              <a:t> autorregulable.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Se basa en hardware conocido y tecnología estudiada. Es autorregulable por naturaleza y permite almacenar en un ciclo la energía para transformarla y suministrarla a consumo.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El ciclo en condiciones nos permite captar mejor el viento y oponernos a el en condición optima a base de inercia alternativa como la solar.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A mejor conexionado de módulos mas capacidad intrínseca de regulación y almacenamiento cinético que reduce necesidades de baterías y se podrán destinar a mejores usos. </a:t>
            </a:r>
          </a:p>
        </p:txBody>
      </p:sp>
    </p:spTree>
    <p:extLst>
      <p:ext uri="{BB962C8B-B14F-4D97-AF65-F5344CB8AC3E}">
        <p14:creationId xmlns:p14="http://schemas.microsoft.com/office/powerpoint/2010/main" val="4107173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BC156-A383-CA3D-540E-55CF44EB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Tiempo respuesta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87BC27-8D11-D776-3102-283AE22CE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Físicamente instantáneo por conexión si se decide. </a:t>
            </a:r>
            <a:br>
              <a:rPr lang="es-ES" dirty="0"/>
            </a:br>
            <a:r>
              <a:rPr lang="es-ES" dirty="0"/>
              <a:t>La potencia de computo si no se es un sistema distribuido puede afectar al tiempo de conmutación y esto se traduce en tiempo de respuesta.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Decir que prácticamente puedes tener conectada una parte del modulo a la red y este le cede energía almacenada en el modulo. </a:t>
            </a:r>
            <a:br>
              <a:rPr lang="es-ES" dirty="0"/>
            </a:br>
            <a:r>
              <a:rPr lang="es-ES" dirty="0"/>
              <a:t>Si usas </a:t>
            </a:r>
            <a:r>
              <a:rPr lang="es-ES" dirty="0" err="1"/>
              <a:t>ZypyZape</a:t>
            </a:r>
            <a:r>
              <a:rPr lang="es-ES" dirty="0"/>
              <a:t> en esta descarga, surge un efecto descarga y regulación proporcional a la energía que tenías almacenada para control. </a:t>
            </a:r>
            <a:br>
              <a:rPr lang="es-ES" dirty="0"/>
            </a:br>
            <a:br>
              <a:rPr lang="es-ES" dirty="0"/>
            </a:br>
            <a:r>
              <a:rPr lang="es-ES" dirty="0" err="1"/>
              <a:t>ZypyZape</a:t>
            </a:r>
            <a:r>
              <a:rPr lang="es-ES" dirty="0"/>
              <a:t> facilita estar a 50Hz nominales.</a:t>
            </a:r>
          </a:p>
        </p:txBody>
      </p:sp>
    </p:spTree>
    <p:extLst>
      <p:ext uri="{BB962C8B-B14F-4D97-AF65-F5344CB8AC3E}">
        <p14:creationId xmlns:p14="http://schemas.microsoft.com/office/powerpoint/2010/main" val="638209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9ABF4-3301-0829-67FD-76F64B65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nECESIDADES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64722F-9916-39F9-3B8E-A3C292291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Conectar y desfasar 120º los dos motores de red por control de </a:t>
            </a:r>
            <a:r>
              <a:rPr lang="es-ES" dirty="0" err="1"/>
              <a:t>zypyzapeo</a:t>
            </a:r>
            <a:r>
              <a:rPr lang="es-ES" dirty="0"/>
              <a:t>, cambio de momento de inercia vía electricidad.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Electrónica de potencia rápida. </a:t>
            </a:r>
            <a:br>
              <a:rPr lang="es-ES" dirty="0"/>
            </a:br>
            <a:r>
              <a:rPr lang="es-ES" dirty="0"/>
              <a:t>Control de tiempos </a:t>
            </a:r>
            <a:r>
              <a:rPr lang="es-ES" dirty="0" err="1"/>
              <a:t>Zypyzape</a:t>
            </a:r>
            <a:r>
              <a:rPr lang="es-ES" dirty="0"/>
              <a:t> a 50*k Hz</a:t>
            </a:r>
            <a:br>
              <a:rPr lang="es-ES" dirty="0"/>
            </a:br>
            <a:r>
              <a:rPr lang="es-ES" dirty="0"/>
              <a:t>Uso de molinos ya costosos de su otra forma natural( fabricantes tienen derechos y palabra)</a:t>
            </a:r>
            <a:br>
              <a:rPr lang="es-ES" dirty="0"/>
            </a:br>
            <a:r>
              <a:rPr lang="es-ES" dirty="0"/>
              <a:t>Cálculos de inercia acumulada que se puede medir con propiedades eléctricas del sistema.</a:t>
            </a:r>
            <a:br>
              <a:rPr lang="es-ES" dirty="0"/>
            </a:br>
            <a:r>
              <a:rPr lang="es-ES" dirty="0"/>
              <a:t>Capacidad rápida de extracción de viento.</a:t>
            </a:r>
            <a:br>
              <a:rPr lang="es-ES" dirty="0"/>
            </a:br>
            <a:r>
              <a:rPr lang="es-ES" dirty="0"/>
              <a:t>Capacidad de regulación instantánea por desfase simétrico con red.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Coste elevado por modulo: 5 molinos, 4 conexiones de potencia, estudio de viabilidad, estudio de escalabilidad. </a:t>
            </a:r>
            <a:br>
              <a:rPr lang="es-ES" dirty="0"/>
            </a:b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6990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49DB2-9019-238E-D129-706D53AA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 es un modulo5 </a:t>
            </a:r>
            <a:r>
              <a:rPr lang="es-ES" dirty="0" err="1"/>
              <a:t>motres</a:t>
            </a:r>
            <a:r>
              <a:rPr lang="es-ES" dirty="0"/>
              <a:t> </a:t>
            </a:r>
            <a:r>
              <a:rPr lang="es-ES" dirty="0" err="1"/>
              <a:t>zypyzape</a:t>
            </a:r>
            <a:r>
              <a:rPr lang="es-ES" dirty="0"/>
              <a:t> </a:t>
            </a:r>
            <a:r>
              <a:rPr lang="es-ES" dirty="0" err="1"/>
              <a:t>autoregulabe</a:t>
            </a:r>
            <a:r>
              <a:rPr lang="es-ES" dirty="0"/>
              <a:t>.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B2C667-F409-C2A9-E07F-B485D8486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En esencia un solo motor con un conexionado hibrido con 5 ejes cara el viento que simula dos motores a desfase simétrico con la red para poder estar conectado a ella si se requiere para ceder o no energía.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Con un conexionado/</a:t>
            </a:r>
            <a:r>
              <a:rPr lang="es-ES" dirty="0" err="1"/>
              <a:t>desconéxionado</a:t>
            </a:r>
            <a:r>
              <a:rPr lang="es-ES" dirty="0"/>
              <a:t> inteligente en red o por nodos solo por lectura de red. Se puede gestionar la red, incluso por control en un campo centralizado con mucha capacidad. </a:t>
            </a:r>
            <a:br>
              <a:rPr lang="es-ES" dirty="0"/>
            </a:br>
            <a:r>
              <a:rPr lang="es-ES" dirty="0"/>
              <a:t>Denotar tecnología de control eléctrico descentralizada y con capacidad de incluirle solar incluso en picos.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Modulo 5motores </a:t>
            </a:r>
            <a:r>
              <a:rPr lang="es-ES" dirty="0" err="1"/>
              <a:t>zypyzape</a:t>
            </a:r>
            <a:r>
              <a:rPr lang="es-ES" dirty="0"/>
              <a:t> y </a:t>
            </a:r>
            <a:r>
              <a:rPr lang="es-ES" dirty="0" err="1"/>
              <a:t>autoregulable</a:t>
            </a:r>
            <a:r>
              <a:rPr lang="es-ES" dirty="0"/>
              <a:t>.  Dos </a:t>
            </a:r>
            <a:r>
              <a:rPr lang="es-ES" dirty="0" err="1"/>
              <a:t>motoces</a:t>
            </a:r>
            <a:r>
              <a:rPr lang="es-ES" dirty="0"/>
              <a:t> con inyección por neutro y líneas y con un anillo de 3 motores con respaldo magnético.  </a:t>
            </a:r>
          </a:p>
        </p:txBody>
      </p:sp>
    </p:spTree>
    <p:extLst>
      <p:ext uri="{BB962C8B-B14F-4D97-AF65-F5344CB8AC3E}">
        <p14:creationId xmlns:p14="http://schemas.microsoft.com/office/powerpoint/2010/main" val="2869587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66053-1443-796C-AA5D-3C9F71D6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Aplicación a otros ámbitos de </a:t>
            </a:r>
            <a:r>
              <a:rPr lang="es-ES" dirty="0" err="1"/>
              <a:t>Zypyzape</a:t>
            </a:r>
            <a:r>
              <a:rPr lang="es-ES" dirty="0"/>
              <a:t>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B8FCFE-E3C9-C642-F58D-F93F473B8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Se puede </a:t>
            </a:r>
            <a:r>
              <a:rPr lang="es-ES" dirty="0" err="1"/>
              <a:t>zypyzapear</a:t>
            </a:r>
            <a:r>
              <a:rPr lang="es-ES" dirty="0"/>
              <a:t> energía en las ruedas de un coche para su control.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Se puede </a:t>
            </a:r>
            <a:r>
              <a:rPr lang="es-ES" dirty="0" err="1"/>
              <a:t>zypyzapear</a:t>
            </a:r>
            <a:r>
              <a:rPr lang="es-ES" dirty="0"/>
              <a:t> entre módulos </a:t>
            </a:r>
            <a:r>
              <a:rPr lang="es-ES" dirty="0" err="1"/>
              <a:t>ZypyZape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/>
              <a:t>Por ejemplo, dos ejes con motores eléctricos o módulos de eólica con </a:t>
            </a:r>
            <a:r>
              <a:rPr lang="es-ES" dirty="0" err="1"/>
              <a:t>zypyzapeo</a:t>
            </a:r>
            <a:r>
              <a:rPr lang="es-ES" dirty="0"/>
              <a:t> hibrido con energía solar.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Aparece necesidad de control en muchos casos. Pero la implementación impulsa la autorregulación.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Se podría decir de los bípedos que </a:t>
            </a:r>
            <a:r>
              <a:rPr lang="es-ES" dirty="0" err="1"/>
              <a:t>zypyzapean</a:t>
            </a:r>
            <a:r>
              <a:rPr lang="es-ES" dirty="0"/>
              <a:t> energía para no variar la altura del cuerpo y desplazarse</a:t>
            </a:r>
          </a:p>
        </p:txBody>
      </p:sp>
    </p:spTree>
    <p:extLst>
      <p:ext uri="{BB962C8B-B14F-4D97-AF65-F5344CB8AC3E}">
        <p14:creationId xmlns:p14="http://schemas.microsoft.com/office/powerpoint/2010/main" val="651377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D9679-9FDB-5542-3C20-34903E26F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Aplicación del modulo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1E84F9-FA50-07C0-952B-1AC37B968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90389"/>
            <a:ext cx="10178322" cy="50852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Conectarlo directamente a la red eléctrica, para que se estabilice a priori a 50Hz y actúa como una batería de inercia sintética.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Controlarlos por módulos para estar con capacidad de regulación para el conexionado inteligente.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Realmente en ciertos países con suficiente eólica, aún con viento típico se puede regular con esta tecnología toda la red nacional.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Debido a la aplicación distribuida de los módulos por electricidad, se pueden </a:t>
            </a:r>
            <a:r>
              <a:rPr lang="es-ES" dirty="0" err="1"/>
              <a:t>zypyzapear</a:t>
            </a:r>
            <a:r>
              <a:rPr lang="es-ES" dirty="0"/>
              <a:t> energía provenientes de tormentas a países vecinos con conexionado eléctrico.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A mayor implementación de </a:t>
            </a:r>
            <a:r>
              <a:rPr lang="es-ES" dirty="0" err="1"/>
              <a:t>Zypyzape</a:t>
            </a:r>
            <a:r>
              <a:rPr lang="es-ES" dirty="0"/>
              <a:t> en hardware existente (molinos) más capacidad de regular la red y captar mejor el viento. </a:t>
            </a: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39474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4C6B9-2A71-A4DE-AD0C-32E0FA08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 futura próxima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738F4-CA9B-3670-BF49-20C0C6C56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728591"/>
            <a:ext cx="10178322" cy="5035463"/>
          </a:xfrm>
        </p:spPr>
        <p:txBody>
          <a:bodyPr>
            <a:normAutofit/>
          </a:bodyPr>
          <a:lstStyle/>
          <a:p>
            <a:r>
              <a:rPr lang="es-ES" dirty="0"/>
              <a:t>Este texto sale del trabajo iniciado el un libro4 aun sin titulo oficial de una serie de 6 libros.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Números i numeritos </a:t>
            </a:r>
            <a:br>
              <a:rPr lang="es-ES" dirty="0"/>
            </a:br>
            <a:r>
              <a:rPr lang="es-ES" dirty="0"/>
              <a:t>números otra vez</a:t>
            </a:r>
            <a:br>
              <a:rPr lang="es-ES" dirty="0"/>
            </a:br>
            <a:r>
              <a:rPr lang="es-ES" dirty="0"/>
              <a:t>sigo en mis trece </a:t>
            </a:r>
            <a:br>
              <a:rPr lang="es-ES" dirty="0"/>
            </a:br>
            <a:r>
              <a:rPr lang="es-ES" dirty="0"/>
              <a:t>libro4 encriptación y energía renovable</a:t>
            </a:r>
            <a:br>
              <a:rPr lang="es-ES" dirty="0"/>
            </a:br>
            <a:r>
              <a:rPr lang="es-ES" dirty="0"/>
              <a:t>libro5 factorización</a:t>
            </a:r>
            <a:br>
              <a:rPr lang="es-ES" dirty="0"/>
            </a:br>
            <a:r>
              <a:rPr lang="es-ES" dirty="0"/>
              <a:t>libro6 P!=NP 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En el libro4 se nombran otros métodos no tan fácilmente implementables Quijote y Kilometro que también necesitan la tecnología </a:t>
            </a:r>
            <a:r>
              <a:rPr lang="es-ES" dirty="0" err="1"/>
              <a:t>ZypyZape</a:t>
            </a:r>
            <a:r>
              <a:rPr lang="es-ES" dirty="0"/>
              <a:t> para funcionar óptimamente.</a:t>
            </a:r>
            <a:br>
              <a:rPr lang="es-ES" dirty="0"/>
            </a:br>
            <a:br>
              <a:rPr lang="es-ES" dirty="0"/>
            </a:br>
            <a:r>
              <a:rPr lang="es-ES" dirty="0"/>
              <a:t>Estos libros abordan principalmente teoría de números y lógica computacional.</a:t>
            </a:r>
          </a:p>
        </p:txBody>
      </p:sp>
    </p:spTree>
    <p:extLst>
      <p:ext uri="{BB962C8B-B14F-4D97-AF65-F5344CB8AC3E}">
        <p14:creationId xmlns:p14="http://schemas.microsoft.com/office/powerpoint/2010/main" val="1298161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0C9B7-F09A-3C14-5565-F2E97E74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BACAF-3059-50C6-248B-597D917777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zypyzape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1D7136-7D32-799E-E442-FB199620E0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VictormanzanaresAlberola@gmail.com</a:t>
            </a:r>
          </a:p>
        </p:txBody>
      </p:sp>
    </p:spTree>
    <p:extLst>
      <p:ext uri="{BB962C8B-B14F-4D97-AF65-F5344CB8AC3E}">
        <p14:creationId xmlns:p14="http://schemas.microsoft.com/office/powerpoint/2010/main" val="3143497322"/>
      </p:ext>
    </p:extLst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254</TotalTime>
  <Words>2044</Words>
  <Application>Microsoft Office PowerPoint</Application>
  <PresentationFormat>Panorámica</PresentationFormat>
  <Paragraphs>70</Paragraphs>
  <Slides>19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Aptos</vt:lpstr>
      <vt:lpstr>Arial</vt:lpstr>
      <vt:lpstr>Gill Sans MT</vt:lpstr>
      <vt:lpstr>Impact</vt:lpstr>
      <vt:lpstr>Wingdings</vt:lpstr>
      <vt:lpstr>Distintivo</vt:lpstr>
      <vt:lpstr>zypyzape</vt:lpstr>
      <vt:lpstr>Zypyzape</vt:lpstr>
      <vt:lpstr>zypyzapear</vt:lpstr>
      <vt:lpstr>Opacidad </vt:lpstr>
      <vt:lpstr>Ciclo eléctrico&lt;-&gt;cinética -&gt; consumo</vt:lpstr>
      <vt:lpstr>Modulo de 5 molinos</vt:lpstr>
      <vt:lpstr>Topología autorregulante, otra máquina</vt:lpstr>
      <vt:lpstr>Topologia autoregulante </vt:lpstr>
      <vt:lpstr>Uso de los 5 motores</vt:lpstr>
      <vt:lpstr>Control de aporte.</vt:lpstr>
      <vt:lpstr>Control de descarga</vt:lpstr>
      <vt:lpstr>escalabilidad</vt:lpstr>
      <vt:lpstr>Tiempo respuesta </vt:lpstr>
      <vt:lpstr>nECESIDADES</vt:lpstr>
      <vt:lpstr>Que es un modulo5 motres zypyzape autoregulabe. </vt:lpstr>
      <vt:lpstr>Aplicación a otros ámbitos de Zypyzape.</vt:lpstr>
      <vt:lpstr>Aplicación del modulo</vt:lpstr>
      <vt:lpstr>Tecnología futura próxima</vt:lpstr>
      <vt:lpstr>zypyzape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manzanares</dc:creator>
  <cp:lastModifiedBy>victor manzanares</cp:lastModifiedBy>
  <cp:revision>5</cp:revision>
  <dcterms:created xsi:type="dcterms:W3CDTF">2026-02-08T11:12:56Z</dcterms:created>
  <dcterms:modified xsi:type="dcterms:W3CDTF">2026-03-19T17:18:52Z</dcterms:modified>
</cp:coreProperties>
</file>