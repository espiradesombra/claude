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2163" autoAdjust="0"/>
  </p:normalViewPr>
  <p:slideViewPr>
    <p:cSldViewPr snapToGrid="0">
      <p:cViewPr>
        <p:scale>
          <a:sx n="52" d="100"/>
          <a:sy n="52" d="100"/>
        </p:scale>
        <p:origin x="989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53982-1832-41D2-8191-0721B772EF19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19A10-306A-4763-A139-889C420D29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8907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este problema proponemos L4 como universo y L3 y L5 como dos progresiones no excluyentes ni al parecer </a:t>
            </a:r>
            <a:r>
              <a:rPr lang="es-ES" dirty="0" err="1"/>
              <a:t>colapsantes</a:t>
            </a:r>
            <a:r>
              <a:rPr lang="es-ES" dirty="0"/>
              <a:t> del universo. </a:t>
            </a:r>
            <a:br>
              <a:rPr lang="es-ES" dirty="0"/>
            </a:br>
            <a:r>
              <a:rPr lang="es-ES" dirty="0"/>
              <a:t>Ni colapsan L4 y se tocan en L2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después de esto tenemos el análisis |L4|-|L3|-|L5|+|L2|=|Descomposiciones| L2 se suma porque esta contado tanto en L3 como en L5 por lo que se sumo dos veces.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Esto viene a ser, si se juntan L3 y L5 hay elementos compartidos que se almacenan o que el lenguaje L2 los contiene. </a:t>
            </a:r>
            <a:br>
              <a:rPr lang="es-ES" dirty="0"/>
            </a:br>
            <a:r>
              <a:rPr lang="es-ES" dirty="0"/>
              <a:t>Para repasar tenemos el universo L4 como pares suma de dos impares 2n=(2m+3)+(2v+3)</a:t>
            </a:r>
            <a:br>
              <a:rPr lang="es-ES" dirty="0"/>
            </a:br>
            <a:r>
              <a:rPr lang="es-ES" dirty="0"/>
              <a:t>el L·3 con el miembro de la izquierda una restricción 2n=(2m+3)(2v+3)+(2a+3)</a:t>
            </a:r>
            <a:br>
              <a:rPr lang="es-ES" dirty="0"/>
            </a:br>
            <a:r>
              <a:rPr lang="es-ES" dirty="0"/>
              <a:t>L5 al revés 2n=(2a+3)+(2m+3)(2v+3)</a:t>
            </a:r>
            <a:br>
              <a:rPr lang="es-ES" dirty="0"/>
            </a:br>
            <a:r>
              <a:rPr lang="es-ES" dirty="0"/>
              <a:t>y l2 2n (2a+3)(2l+3)+(2m+3)(2v+3)</a:t>
            </a:r>
            <a:br>
              <a:rPr lang="es-ES" dirty="0"/>
            </a:br>
            <a:br>
              <a:rPr lang="es-ES" dirty="0"/>
            </a:br>
            <a:r>
              <a:rPr lang="es-ES" dirty="0"/>
              <a:t>después tenemos los elementos restantes que buscaremos saber si pueden ser  |descomposiciones|=0</a:t>
            </a:r>
            <a:br>
              <a:rPr lang="es-ES" dirty="0"/>
            </a:b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19A10-306A-4763-A139-889C420D290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36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 puede pensar que hay pocos elementos en L2 pero esta intrínsecamente relacionado con L3 y L5. a mas creces estos dos últimos mas lo hace L2 </a:t>
            </a:r>
            <a:br>
              <a:rPr lang="es-ES" dirty="0"/>
            </a:br>
            <a:r>
              <a:rPr lang="es-ES" dirty="0"/>
              <a:t>relacionando las densidades asintóticas. En el peor caso es |L2|=0 pero eso es L4[4 : 18]</a:t>
            </a:r>
            <a:br>
              <a:rPr lang="es-ES" dirty="0"/>
            </a:br>
            <a:r>
              <a:rPr lang="es-ES" dirty="0"/>
              <a:t>después en la compensación de dobles contados |L2| afecta tan positivamente que |descomposiciones se ve evidente una vez enlazamos -2(1-pi(n) como la proporción máxima de universo a descontar de los cuales los miembros de L2 después de aparecer se compensan.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Universo -2*universo+2*universo*pi(n)+universo*densidad L2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19A10-306A-4763-A139-889C420D290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2412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Planteando un peor caso siempre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resultado=talla*(1-2(1-densidad(talla))+densidadL2)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en esta ecuación se busca que resultado conforme aumenta talla tenga un resultado que aumente. </a:t>
            </a:r>
            <a:br>
              <a:rPr lang="es-ES" dirty="0"/>
            </a:br>
            <a:r>
              <a:rPr lang="es-ES" dirty="0"/>
              <a:t>Recordamos que densidad primos y densidad descomposiciones de dobles compuestos afecta.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Pero como ya hemos visto en l3 hay una secuencia ascendente sobre impares que contiene primos y análogamente sería el máximo de primos bien marcados que puede tener l5 . Recordando que estamos en el peor caso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Como veis nuestro caso estricto dice que por cantidades en el peor caso en n=2 2n=4 podría fallar la conjetura y ser falsa. </a:t>
            </a:r>
            <a:br>
              <a:rPr lang="es-ES" dirty="0"/>
            </a:br>
            <a:r>
              <a:rPr lang="es-ES" dirty="0"/>
              <a:t>Pero cuando n empieza a crecer -2+2*densidad + </a:t>
            </a:r>
            <a:r>
              <a:rPr lang="es-ES" dirty="0" err="1"/>
              <a:t>interseccion</a:t>
            </a:r>
            <a:r>
              <a:rPr lang="es-ES" dirty="0"/>
              <a:t>&lt;1</a:t>
            </a:r>
            <a:br>
              <a:rPr lang="es-ES" dirty="0"/>
            </a:br>
            <a:r>
              <a:rPr lang="es-ES" dirty="0"/>
              <a:t>ya que aunque densidad cuando decrece crece la densidad de intersección en el peor de los casos la coincidencia de dos progresiones con primos |descomposiciones| se relacionan directamente don densidad L2</a:t>
            </a:r>
            <a:br>
              <a:rPr lang="es-ES" dirty="0"/>
            </a:br>
            <a:br>
              <a:rPr lang="es-ES" dirty="0"/>
            </a:br>
            <a:r>
              <a:rPr lang="es-ES" dirty="0"/>
              <a:t>por lo que podemos decir que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Si hay descomposiciones de suma de dos compuestos </a:t>
            </a:r>
            <a:br>
              <a:rPr lang="es-ES" dirty="0"/>
            </a:br>
            <a:r>
              <a:rPr lang="es-ES" dirty="0"/>
              <a:t>las hay también de suma de dos primos.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Es como una relación o pi(n) es alto o densidad L2 lo es para que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|L4|+|L2|-|L3|-|L5|-|descomposiciones|={conjunto </a:t>
            </a:r>
            <a:r>
              <a:rPr lang="es-ES" dirty="0" err="1"/>
              <a:t>vacio</a:t>
            </a:r>
            <a:r>
              <a:rPr lang="es-ES" dirty="0"/>
              <a:t>}</a:t>
            </a:r>
            <a:br>
              <a:rPr lang="es-ES" dirty="0"/>
            </a:b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19A10-306A-4763-A139-889C420D290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124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conjetura de </a:t>
            </a:r>
            <a:r>
              <a:rPr lang="es-ES" dirty="0" err="1"/>
              <a:t>goldbach</a:t>
            </a:r>
            <a:r>
              <a:rPr lang="es-ES" dirty="0"/>
              <a:t> es una conjetura no resuelta. Este trabajo es una perspectiva por cantidades y un análisis de que siempre es el peor caso pero no demuestra por números contado para todo par que es cierta la conjetura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solo dice si esta correcto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si hay descomposiciones suma de compuestos </a:t>
            </a:r>
            <a:br>
              <a:rPr lang="es-ES" dirty="0"/>
            </a:br>
            <a:r>
              <a:rPr lang="es-ES" dirty="0"/>
              <a:t>debe haberlas suma de primos</a:t>
            </a:r>
            <a:br>
              <a:rPr lang="es-ES" dirty="0"/>
            </a:br>
            <a:br>
              <a:rPr lang="es-ES" dirty="0"/>
            </a:br>
            <a:r>
              <a:rPr lang="es-ES" dirty="0"/>
              <a:t>como la cantidad de descomposiciones suma de compuestos tiende a subir con la talla </a:t>
            </a:r>
            <a:br>
              <a:rPr lang="es-ES" dirty="0"/>
            </a:br>
            <a:r>
              <a:rPr lang="es-ES" dirty="0"/>
              <a:t>parece que lo hacen también las de sumas de primos.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19A10-306A-4763-A139-889C420D290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263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5091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969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81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47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888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078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633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726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487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299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6141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1126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8537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8815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9054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905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87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BAB87-5EEC-4C62-B60C-D3AAE2BD5142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6E125-6C17-4D19-B47A-7143DD9DD5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39878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B6B65-B397-9440-5578-AF95CBF42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Cristian </a:t>
            </a:r>
            <a:r>
              <a:rPr lang="es-ES" dirty="0" err="1"/>
              <a:t>Goldbach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E6A01A-A928-B9B8-8452-021ADE7A11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Todo par no primo se puede expresar como suma de dos primos</a:t>
            </a:r>
          </a:p>
        </p:txBody>
      </p:sp>
    </p:spTree>
    <p:extLst>
      <p:ext uri="{BB962C8B-B14F-4D97-AF65-F5344CB8AC3E}">
        <p14:creationId xmlns:p14="http://schemas.microsoft.com/office/powerpoint/2010/main" val="2408212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7E423-B0AB-B9DC-68DF-537D6EDC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6308A2-67F4-DD10-D88C-E5EF79858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L4 impar + impar</a:t>
            </a:r>
            <a:br>
              <a:rPr lang="es-ES" dirty="0"/>
            </a:br>
            <a:r>
              <a:rPr lang="es-ES" dirty="0"/>
              <a:t>L3 compuesto impar + impar </a:t>
            </a:r>
            <a:br>
              <a:rPr lang="es-ES" dirty="0"/>
            </a:br>
            <a:r>
              <a:rPr lang="es-ES" dirty="0"/>
              <a:t>L5 impar + compuesto impar</a:t>
            </a:r>
            <a:br>
              <a:rPr lang="es-ES" dirty="0"/>
            </a:br>
            <a:r>
              <a:rPr lang="es-ES" dirty="0"/>
              <a:t>L2 L3 intersección L5</a:t>
            </a:r>
            <a:br>
              <a:rPr lang="es-ES" dirty="0"/>
            </a:br>
            <a:br>
              <a:rPr lang="es-ES" dirty="0"/>
            </a:br>
            <a:r>
              <a:rPr lang="es-ES" dirty="0"/>
              <a:t>|L4|-|L3|-|L5|+|L2|=|Descomposiciones|</a:t>
            </a:r>
          </a:p>
        </p:txBody>
      </p:sp>
    </p:spTree>
    <p:extLst>
      <p:ext uri="{BB962C8B-B14F-4D97-AF65-F5344CB8AC3E}">
        <p14:creationId xmlns:p14="http://schemas.microsoft.com/office/powerpoint/2010/main" val="135723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C87E58-4CB7-C4CB-C32C-2B9252DB9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Si |L2| tiende a 0:</a:t>
            </a:r>
            <a:br>
              <a:rPr lang="es-ES" dirty="0"/>
            </a:br>
            <a:r>
              <a:rPr lang="es-ES" dirty="0"/>
              <a:t> |L3|+|L5| son igualmente subconjuntos de L4 </a:t>
            </a:r>
            <a:br>
              <a:rPr lang="es-ES" dirty="0"/>
            </a:br>
            <a:r>
              <a:rPr lang="es-ES" dirty="0"/>
              <a:t>que uno L5 tiene densidad (1-pi(n)) con orden ascendente. </a:t>
            </a:r>
            <a:br>
              <a:rPr lang="es-ES" dirty="0"/>
            </a:br>
            <a:r>
              <a:rPr lang="es-ES" dirty="0"/>
              <a:t>Pero otra tiene la misma densidad con orden inverso.</a:t>
            </a:r>
            <a:br>
              <a:rPr lang="es-ES" dirty="0"/>
            </a:br>
            <a:r>
              <a:rPr lang="es-ES" dirty="0"/>
              <a:t>Universo (1-2(1-pi(n))+|L2|)=|descomposiciones|.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|L4|-|L3|-|L5|+|L2|=|Descomposiciones|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411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F85B71-5E7A-2313-02FF-2043A42FF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Universo (1-2(1-pi(n))+|L2|)=|descomposiciones|.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[2n=4:infinito](1-(2-2pi(n))+|L2|)</a:t>
            </a:r>
            <a:br>
              <a:rPr lang="es-ES" dirty="0"/>
            </a:br>
            <a:br>
              <a:rPr lang="es-ES" dirty="0"/>
            </a:br>
            <a:r>
              <a:rPr lang="es-ES" dirty="0"/>
              <a:t>pi(n función primos en talla [2:infinito])</a:t>
            </a:r>
            <a:br>
              <a:rPr lang="es-ES" dirty="0"/>
            </a:br>
            <a:r>
              <a:rPr lang="es-ES" dirty="0"/>
              <a:t>|L2| descomposiciones de L4 con forma de suma de dos impares compuestos. </a:t>
            </a:r>
            <a:br>
              <a:rPr lang="es-ES" dirty="0"/>
            </a:br>
            <a:r>
              <a:rPr lang="es-ES" dirty="0"/>
              <a:t> </a:t>
            </a:r>
            <a:br>
              <a:rPr lang="es-ES" dirty="0"/>
            </a:br>
            <a:r>
              <a:rPr lang="es-ES" dirty="0"/>
              <a:t>[2n=4:infinito](1-(2-2pi(n))+|L2|)</a:t>
            </a:r>
            <a:br>
              <a:rPr lang="es-ES" dirty="0"/>
            </a:br>
            <a:r>
              <a:rPr lang="es-ES" dirty="0"/>
              <a:t>n=2-&gt;0+|L2|</a:t>
            </a:r>
            <a:br>
              <a:rPr lang="es-ES" dirty="0"/>
            </a:br>
            <a:r>
              <a:rPr lang="es-ES" dirty="0"/>
              <a:t>n grande-&gt; 1-2(1-casi 0)+|L2|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8812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C6FCB-E219-B93A-7363-824E9284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B01B33-06C6-5FAC-D1CE-D544F0FE4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Esto se traduce en: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si |L2|crece-&gt;</a:t>
            </a:r>
            <a:r>
              <a:rPr lang="es-ES" dirty="0" err="1"/>
              <a:t>crece|descomposiciones</a:t>
            </a:r>
            <a:r>
              <a:rPr lang="es-ES" dirty="0"/>
              <a:t>| para el peor de los casos.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Si los números </a:t>
            </a:r>
            <a:r>
              <a:rPr lang="es-ES" dirty="0" err="1"/>
              <a:t>compuesto+compuesto</a:t>
            </a:r>
            <a:r>
              <a:rPr lang="es-ES" dirty="0"/>
              <a:t> son descomposiciones de </a:t>
            </a:r>
            <a:r>
              <a:rPr lang="es-ES" dirty="0" err="1"/>
              <a:t>Goldbach</a:t>
            </a:r>
            <a:r>
              <a:rPr lang="es-ES" dirty="0"/>
              <a:t> también lo serán los </a:t>
            </a:r>
            <a:r>
              <a:rPr lang="es-ES" dirty="0" err="1"/>
              <a:t>primos+primos</a:t>
            </a:r>
            <a:r>
              <a:rPr lang="es-ES" dirty="0"/>
              <a:t>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Las descomposiciones son intrínsecas al principio de inclusión exclusión.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7337093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50</TotalTime>
  <Words>924</Words>
  <Application>Microsoft Office PowerPoint</Application>
  <PresentationFormat>Panorámica</PresentationFormat>
  <Paragraphs>16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Arial</vt:lpstr>
      <vt:lpstr>Century Gothic</vt:lpstr>
      <vt:lpstr>Estela de condensación</vt:lpstr>
      <vt:lpstr>Cristian Goldbach</vt:lpstr>
      <vt:lpstr>definiciones</vt:lpstr>
      <vt:lpstr>Presentación de PowerPoint</vt:lpstr>
      <vt:lpstr>Presentación de PowerPoint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manzanares</dc:creator>
  <cp:lastModifiedBy>victor manzanares</cp:lastModifiedBy>
  <cp:revision>3</cp:revision>
  <dcterms:created xsi:type="dcterms:W3CDTF">2026-02-08T08:49:23Z</dcterms:created>
  <dcterms:modified xsi:type="dcterms:W3CDTF">2026-02-08T09:39:36Z</dcterms:modified>
</cp:coreProperties>
</file>