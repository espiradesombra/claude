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5"/>
  </p:notesMasterIdLst>
  <p:handoutMasterIdLst>
    <p:handoutMasterId r:id="rId6"/>
  </p:handoutMasterIdLst>
  <p:sldIdLst>
    <p:sldId id="257" r:id="rId2"/>
    <p:sldId id="258" r:id="rId3"/>
    <p:sldId id="259" r:id="rId4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494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8A3544-385A-47A9-AAA5-ECDE6612A11F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73BE05-6C7D-468D-B433-DDFC4F0819BE}" type="datetime1">
              <a:rPr lang="es-ES" smtClean="0"/>
              <a:t>16/02/2026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/>
              <a:t>Haga clic para modificar los estilos de texto del patrón</a:t>
            </a:r>
            <a:endParaRPr lang="en-US"/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/>
              <a:t>Haga clic para modificar el estilo de subtítulo del patrón</a:t>
            </a:r>
            <a:endParaRPr lang="en-U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DD6E0-AD8D-45E4-AD9F-19818203D7BD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2B802E-BFC6-4F89-8E3C-91026AB025AB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790B00-0530-4D1E-BDCB-36188ECD53E6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289539-2F87-43AF-8A5D-E992DCF9F593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B5D441-F920-4B23-9C83-2DCFFDC4C28F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Marcador de posición de número de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905ED3-47DC-4785-91BE-A3159F909C32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572A2E-2D1F-4CE9-8283-32B623FD9550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3EBED02-4679-462C-830F-722888DF8E2D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EB264D6B-F770-42EA-A416-77765C2D9E77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FC992A-CC56-4D4E-AD85-36A20390DB11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3A0641-D90D-45EF-A619-84D92EAC9606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0B690EE5-24CD-41B5-AD70-FAB1408B17DB}" type="datetime1">
              <a:rPr lang="es-ES" smtClean="0"/>
              <a:t>16/02/2026</a:t>
            </a:fld>
            <a:endParaRPr lang="en-U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á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es-ES" sz="8000" dirty="0"/>
              <a:t>S</a:t>
            </a:r>
            <a:r>
              <a:rPr lang="es" sz="8000" dirty="0"/>
              <a:t>iguiente primo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e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VÍCTOR MANZANARES ALBEROLA</a:t>
            </a:r>
          </a:p>
        </p:txBody>
      </p:sp>
      <p:pic>
        <p:nvPicPr>
          <p:cNvPr id="5" name="Imagen 4" descr="Una imagen que contiene edificio, sentado, banco, lateral&#10;&#10;Descripción generada automá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C88BB-0579-0CF7-CB9C-0765AD0F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PseudoCÓDIGO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4EC28-20F0-9123-E625-DA7B8D985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7078"/>
            <a:ext cx="10058400" cy="3760891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Inicio=entrada //sabemos que es primo inicio </a:t>
            </a:r>
            <a:br>
              <a:rPr lang="es-ES" dirty="0"/>
            </a:br>
            <a:r>
              <a:rPr lang="es-ES" dirty="0"/>
              <a:t>n</a:t>
            </a:r>
            <a:r>
              <a:rPr lang="pt-BR" dirty="0"/>
              <a:t>=inicio; m=n+1;ny=n-1; </a:t>
            </a:r>
            <a:br>
              <a:rPr lang="pt-BR" dirty="0"/>
            </a:br>
            <a:r>
              <a:rPr lang="es-ES" dirty="0"/>
              <a:t>t</a:t>
            </a:r>
            <a:r>
              <a:rPr lang="pt-BR" dirty="0"/>
              <a:t>=</a:t>
            </a:r>
            <a:r>
              <a:rPr lang="pt-BR" dirty="0" err="1"/>
              <a:t>ny</a:t>
            </a:r>
            <a:r>
              <a:rPr lang="pt-BR" dirty="0"/>
              <a:t>*</a:t>
            </a:r>
            <a:r>
              <a:rPr lang="pt-BR" dirty="0" err="1"/>
              <a:t>ny;tt</a:t>
            </a:r>
            <a:r>
              <a:rPr lang="pt-BR" dirty="0"/>
              <a:t>=n*</a:t>
            </a:r>
            <a:r>
              <a:rPr lang="pt-BR" dirty="0" err="1"/>
              <a:t>n;nt</a:t>
            </a:r>
            <a:r>
              <a:rPr lang="pt-BR" dirty="0"/>
              <a:t>=m*m; //aumentamos contadores </a:t>
            </a:r>
            <a:r>
              <a:rPr lang="pt-BR" dirty="0" err="1"/>
              <a:t>el</a:t>
            </a:r>
            <a:r>
              <a:rPr lang="pt-BR" dirty="0"/>
              <a:t> teorema de Wilson es (n-1)!%n==n-1 </a:t>
            </a:r>
            <a:br>
              <a:rPr lang="pt-BR" dirty="0"/>
            </a:br>
            <a:r>
              <a:rPr lang="es-ES" dirty="0"/>
              <a:t>n++;m++;</a:t>
            </a:r>
            <a:r>
              <a:rPr lang="es-ES" dirty="0" err="1"/>
              <a:t>ny</a:t>
            </a:r>
            <a:r>
              <a:rPr lang="es-ES" dirty="0"/>
              <a:t>++; </a:t>
            </a:r>
            <a:br>
              <a:rPr lang="es-ES" dirty="0"/>
            </a:br>
            <a:r>
              <a:rPr lang="es-ES" dirty="0" err="1"/>
              <a:t>buckle</a:t>
            </a:r>
            <a:r>
              <a:rPr lang="es-ES" dirty="0"/>
              <a:t> Infinito: </a:t>
            </a:r>
            <a:br>
              <a:rPr lang="es-ES" dirty="0"/>
            </a:br>
            <a:r>
              <a:rPr lang="es-ES" dirty="0"/>
              <a:t>t1=t%ny;t2=t%n;t3=</a:t>
            </a:r>
            <a:r>
              <a:rPr lang="es-ES" dirty="0" err="1"/>
              <a:t>t%m</a:t>
            </a:r>
            <a:r>
              <a:rPr lang="es-ES" dirty="0"/>
              <a:t>; </a:t>
            </a:r>
            <a:br>
              <a:rPr lang="es-ES" dirty="0"/>
            </a:br>
            <a:r>
              <a:rPr lang="es-ES" dirty="0"/>
              <a:t>tt1=tt%ny;tt2=tt%n;tt3=</a:t>
            </a:r>
            <a:r>
              <a:rPr lang="es-ES" dirty="0" err="1"/>
              <a:t>tt%m</a:t>
            </a:r>
            <a:r>
              <a:rPr lang="es-ES" dirty="0"/>
              <a:t>; </a:t>
            </a:r>
            <a:br>
              <a:rPr lang="es-ES" dirty="0"/>
            </a:br>
            <a:r>
              <a:rPr lang="es-ES" dirty="0"/>
              <a:t>nt1=nt%ny;nt2=nt%n;nt3=</a:t>
            </a:r>
            <a:r>
              <a:rPr lang="es-ES" dirty="0" err="1"/>
              <a:t>nt%m</a:t>
            </a:r>
            <a:r>
              <a:rPr lang="es-ES" dirty="0"/>
              <a:t>; </a:t>
            </a:r>
            <a:br>
              <a:rPr lang="es-ES" dirty="0"/>
            </a:br>
            <a:r>
              <a:rPr lang="es-ES" dirty="0"/>
              <a:t>t*=</a:t>
            </a:r>
            <a:r>
              <a:rPr lang="es-ES" dirty="0" err="1"/>
              <a:t>ny</a:t>
            </a:r>
            <a:r>
              <a:rPr lang="es-ES" dirty="0"/>
              <a:t>; </a:t>
            </a:r>
            <a:r>
              <a:rPr lang="es-ES" dirty="0" err="1"/>
              <a:t>tt</a:t>
            </a:r>
            <a:r>
              <a:rPr lang="es-ES" dirty="0"/>
              <a:t>*=n; </a:t>
            </a:r>
            <a:r>
              <a:rPr lang="es-ES" dirty="0" err="1"/>
              <a:t>nt</a:t>
            </a:r>
            <a:r>
              <a:rPr lang="es-ES" dirty="0"/>
              <a:t>*=m; </a:t>
            </a:r>
            <a:br>
              <a:rPr lang="es-ES" dirty="0"/>
            </a:br>
            <a:r>
              <a:rPr lang="pt-BR" dirty="0" err="1"/>
              <a:t>ny</a:t>
            </a:r>
            <a:r>
              <a:rPr lang="pt-BR" dirty="0"/>
              <a:t>++;n+;m++; </a:t>
            </a:r>
            <a:br>
              <a:rPr lang="pt-BR" dirty="0"/>
            </a:br>
            <a:r>
              <a:rPr lang="es-ES" dirty="0"/>
              <a:t>//condiciones extraídas de Karnaugh durante 3 iteraciones 1 lógico positivo 0 lógico ==0 </a:t>
            </a:r>
            <a:br>
              <a:rPr lang="es-ES" dirty="0"/>
            </a:br>
            <a:r>
              <a:rPr lang="es-ES" dirty="0"/>
              <a:t>paso1=t3&gt;0 &amp; nt2=0 OR antp1 OR ant2p1 // paso 1 hace 2 iteraciones </a:t>
            </a:r>
            <a:br>
              <a:rPr lang="es-ES" dirty="0"/>
            </a:br>
            <a:r>
              <a:rPr lang="es-ES" dirty="0"/>
              <a:t>ant2p1=t3&gt;0 &amp; nt2=0 OR antp1 //memoria2 paso1 antp1=t3&gt;0 &amp; nt2=0 //memoria paso1 </a:t>
            </a:r>
            <a:br>
              <a:rPr lang="es-ES" dirty="0"/>
            </a:br>
            <a:r>
              <a:rPr lang="es-ES" dirty="0"/>
              <a:t>paso2= paso1&amp; t2&gt;0 &amp; tt2&gt;0 &amp; t3=0 OR antp2 //paso 2 hace 2 iteraciones </a:t>
            </a:r>
            <a:br>
              <a:rPr lang="es-ES" dirty="0"/>
            </a:br>
            <a:r>
              <a:rPr lang="es-ES" dirty="0"/>
              <a:t>paso3=antp2&amp; t1&gt;0 &amp; nt1+nt2=0 //nota creo nt3 es 0 salvo en primos gemelos... </a:t>
            </a:r>
            <a:br>
              <a:rPr lang="es-ES" dirty="0"/>
            </a:br>
            <a:r>
              <a:rPr lang="es-ES" dirty="0"/>
              <a:t>antp2= paso1&amp; t2&gt;0 &amp; tt2&gt;0 &amp; t3=0 //memoria paso 2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382F84-AAEE-2D11-C464-259FDA9C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16/02/2026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349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5F48A-2B1E-23F4-1F89-A8ED0CF6C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50BB62-5812-BB88-06BE-10B5B6D7E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Explicación, hay unos acumuladores que van creando unos productos de consecutivos. </a:t>
            </a:r>
            <a:br>
              <a:rPr lang="es-ES" dirty="0"/>
            </a:br>
            <a:r>
              <a:rPr lang="es-ES" dirty="0"/>
              <a:t>Si este producto no es </a:t>
            </a:r>
            <a:r>
              <a:rPr lang="es-ES" dirty="0" err="1"/>
              <a:t>producto%ny</a:t>
            </a:r>
            <a:r>
              <a:rPr lang="es-ES" dirty="0"/>
              <a:t>==0 se detecta </a:t>
            </a:r>
            <a:r>
              <a:rPr lang="es-ES" dirty="0" err="1"/>
              <a:t>ny</a:t>
            </a:r>
            <a:r>
              <a:rPr lang="es-ES" dirty="0"/>
              <a:t> como primo. Esta detección pasa 3 veces seguidas, por lo que aplica el código como una conjetura para mi ya que funciona sin n%(n-1)! Pero parecido a ese axioma.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2EA66-4D8E-3005-B6C1-D00EE961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2B802E-BFC6-4F89-8E3C-91026AB025AB}" type="datetime1">
              <a:rPr lang="es-ES" smtClean="0"/>
              <a:t>16/02/2026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6400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05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{7A7684D2-1299-42C0-ABA6-38040C1380B0}TFf0a5ceae-4542-492d-822e-d65a94fb0e1ed91c9099_win32-ce6bb8b1e531</Template>
  <TotalTime>9</TotalTime>
  <Words>320</Words>
  <Application>Microsoft Office PowerPoint</Application>
  <PresentationFormat>Panorámica</PresentationFormat>
  <Paragraphs>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Bookman Old Style</vt:lpstr>
      <vt:lpstr>Calibri</vt:lpstr>
      <vt:lpstr>Franklin Gothic Book</vt:lpstr>
      <vt:lpstr>Personalizado</vt:lpstr>
      <vt:lpstr>Siguiente primo </vt:lpstr>
      <vt:lpstr>PseudoCÓDIGO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manzanares</dc:creator>
  <cp:lastModifiedBy>victor manzanares</cp:lastModifiedBy>
  <cp:revision>1</cp:revision>
  <dcterms:created xsi:type="dcterms:W3CDTF">2026-02-16T11:29:56Z</dcterms:created>
  <dcterms:modified xsi:type="dcterms:W3CDTF">2026-02-16T11:39:21Z</dcterms:modified>
</cp:coreProperties>
</file>